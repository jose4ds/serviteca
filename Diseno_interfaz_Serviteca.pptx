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3" r:id="rId8"/>
    <p:sldId id="274" r:id="rId9"/>
    <p:sldId id="276" r:id="rId10"/>
    <p:sldId id="275" r:id="rId11"/>
    <p:sldId id="264" r:id="rId12"/>
    <p:sldId id="265" r:id="rId13"/>
    <p:sldId id="266" r:id="rId14"/>
    <p:sldId id="267" r:id="rId15"/>
    <p:sldId id="279" r:id="rId16"/>
    <p:sldId id="277" r:id="rId17"/>
    <p:sldId id="278" r:id="rId18"/>
    <p:sldId id="269" r:id="rId19"/>
    <p:sldId id="270" r:id="rId20"/>
    <p:sldId id="268" r:id="rId21"/>
    <p:sldId id="271" r:id="rId22"/>
    <p:sldId id="272" r:id="rId23"/>
    <p:sldId id="273" r:id="rId24"/>
    <p:sldId id="280" r:id="rId25"/>
    <p:sldId id="282" r:id="rId26"/>
    <p:sldId id="281" r:id="rId27"/>
    <p:sldId id="260" r:id="rId2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C135"/>
    <a:srgbClr val="8B3A1E"/>
    <a:srgbClr val="F0F0F0"/>
    <a:srgbClr val="2E7D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072EB5-746D-A058-CF9C-2E375043B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8BD0BF-52BA-4B23-D15A-B7F476A62A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9D8814-9717-F207-D0E9-3F0BEFAB8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07EA-8E51-4DE5-B5F6-AEF36739B69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EC166E-8158-92F6-4543-B8754AC3E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05DA15-82EF-467E-0BA8-678E3B19C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4138F-F3B8-4207-AB97-73E43E5A55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26204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1CD95E-8F7D-2086-56F9-C34A02837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DD8BE9-A541-E58C-3524-A0B7CE2F2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0335C9-30A3-CA3C-D317-CB6E9F833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07EA-8E51-4DE5-B5F6-AEF36739B69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5139E7-73D2-E63D-FD9E-29C7A1838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1C1104-30D3-A203-132B-4D752C512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4138F-F3B8-4207-AB97-73E43E5A55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3397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CAF007-3C4B-3DD1-8CA4-4C05E349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041657-4C26-487F-DCD4-546DF67F8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3DEFB4-1360-771D-4B6C-DB3DFCCDD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07EA-8E51-4DE5-B5F6-AEF36739B69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914AEA-1A55-97FC-0370-2141DAD02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A2C8F2-67AC-E74C-BFEB-0F68A50C7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4138F-F3B8-4207-AB97-73E43E5A55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5446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F9AB7E-8837-55CA-3043-EA3A24802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04AE48-CDD3-4575-B3BD-A2E3AB06F8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8D69BC1-FCFE-CFE5-43C8-F7D23A358E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8858B10-D9DE-8765-CE10-296D6949C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07EA-8E51-4DE5-B5F6-AEF36739B69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480062-094E-7664-4FF6-EDCDF3FDB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45FA848-03E5-DDCC-2ADD-38B9BFCBF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4138F-F3B8-4207-AB97-73E43E5A55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3650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02B704-1165-EB36-D8F4-ECC903C2D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2C99CB-9DAB-F66F-3F2C-2E2D1661E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626B03-49A2-4AB7-295B-77CC27B7D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281038F-DBF5-BFC9-BFA2-63317F79DB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54AFFEA-6286-9299-7A51-9EAB5E9FF2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9D96161-3EB6-B0ED-A250-C5B5B8006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07EA-8E51-4DE5-B5F6-AEF36739B69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BB24E15-8A25-9D96-0E65-0F682E34E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4A65E9E-10FD-4910-ADAB-183CF82D4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4138F-F3B8-4207-AB97-73E43E5A55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109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F40BAF-D8A1-BF1E-2951-449B38538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4777A5-6F87-0734-FAF2-021161A4D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07EA-8E51-4DE5-B5F6-AEF36739B69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79EF09C-2566-6407-5353-B12E73863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F1430A1-40C6-D7E3-1F99-2067D5ACB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4138F-F3B8-4207-AB97-73E43E5A55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65279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84EC20A-39BC-4534-FC64-073643C97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07EA-8E51-4DE5-B5F6-AEF36739B69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0421CBB-5198-1F78-6D76-8B6DE1812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E42B4DA-37F0-A777-8F3D-DD4693CAE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4138F-F3B8-4207-AB97-73E43E5A55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6651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572AF6-71D5-F50B-7F95-9278C0940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BF52B7-2CBF-7BAB-D663-FD7DDC623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FDCEFBF-C0CB-AB8B-8374-37DB561FD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B8766C-38A7-7DDC-9A47-9ADDE1EF9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07EA-8E51-4DE5-B5F6-AEF36739B69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525C86-82C4-E2BE-D7DC-9D916AAC4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F19ABC-A5FD-B5E5-AC64-EF2F54F82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4138F-F3B8-4207-AB97-73E43E5A55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98340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ED91D5-B47A-9FFD-3A88-5C942DD55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2575013-2253-CD83-E4DA-5E1D4F277E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A14BFD8-4533-E333-733D-C0CDA599B8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763E829-8F1E-ABEB-7FE6-EECCFB4B1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07EA-8E51-4DE5-B5F6-AEF36739B69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745DDB-D792-6C34-A3B9-B8E10750D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1D39E14-C283-BCBD-4ABC-365CE22E9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4138F-F3B8-4207-AB97-73E43E5A55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7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EFF0CC-E20E-A293-FD2A-783BC88CA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48DA96D-AD0C-3C53-1539-AE8B4DB5A7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8A17C3-3BEB-E10A-A21B-27A248A9F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07EA-8E51-4DE5-B5F6-AEF36739B69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8A079C-DA73-A5FC-9B22-7F3D92FE0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AFDEFD-A590-CE47-BD14-C4C626A26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4138F-F3B8-4207-AB97-73E43E5A55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0576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A33434A-4AFE-DAB2-5A9E-4E92AF57E9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68BE3E4-CA01-5B56-6DD7-27110FB18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4A2FF4-9561-C876-964A-2175E7C8B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07EA-8E51-4DE5-B5F6-AEF36739B69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48CA6B-40F1-1870-A33C-1AD9650D3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6DE8C9-EDF7-62CB-78F7-ED9DB0EEB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4138F-F3B8-4207-AB97-73E43E5A55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2412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7A8D72D-EB02-616C-9CC7-CE4036655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A3548A-B23E-B28B-4656-3E98BC27C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04DEA9-A490-D54C-931E-8A4F9323A5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8907EA-8E51-4DE5-B5F6-AEF36739B69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158178-4A61-6EB2-AF03-4A5CAA0BB6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8C299E-1EB8-2EF6-972D-402041AE58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4138F-F3B8-4207-AB97-73E43E5A55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011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microsoft.com/office/2007/relationships/hdphoto" Target="../media/hdphoto3.wdp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4.jpeg"/><Relationship Id="rId5" Type="http://schemas.openxmlformats.org/officeDocument/2006/relationships/image" Target="../media/image4.png"/><Relationship Id="rId10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microsoft.com/office/2007/relationships/hdphoto" Target="../media/hdphoto3.wdp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image" Target="../media/image4.png"/><Relationship Id="rId10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42F5C3F9-3862-066B-18A1-504206CEBFA3}"/>
              </a:ext>
            </a:extLst>
          </p:cNvPr>
          <p:cNvSpPr/>
          <p:nvPr/>
        </p:nvSpPr>
        <p:spPr>
          <a:xfrm>
            <a:off x="3045713" y="1024128"/>
            <a:ext cx="6100572" cy="5111496"/>
          </a:xfrm>
          <a:prstGeom prst="roundRect">
            <a:avLst/>
          </a:prstGeom>
          <a:solidFill>
            <a:srgbClr val="2E7D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32EA06A-1F38-ABA3-496B-A9014F1AE9D8}"/>
              </a:ext>
            </a:extLst>
          </p:cNvPr>
          <p:cNvSpPr/>
          <p:nvPr/>
        </p:nvSpPr>
        <p:spPr>
          <a:xfrm>
            <a:off x="1689897" y="1856945"/>
            <a:ext cx="461946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</a:t>
            </a:r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suario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9B2536E-DE51-4FF5-9D87-A44309803F22}"/>
              </a:ext>
            </a:extLst>
          </p:cNvPr>
          <p:cNvSpPr/>
          <p:nvPr/>
        </p:nvSpPr>
        <p:spPr>
          <a:xfrm>
            <a:off x="2002536" y="3339899"/>
            <a:ext cx="461946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ontraseña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DFE35A9-EBDD-6780-556F-7DA6D504FD75}"/>
              </a:ext>
            </a:extLst>
          </p:cNvPr>
          <p:cNvSpPr/>
          <p:nvPr/>
        </p:nvSpPr>
        <p:spPr>
          <a:xfrm>
            <a:off x="3786268" y="1128274"/>
            <a:ext cx="461946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Inicio de </a:t>
            </a:r>
            <a:r>
              <a:rPr lang="es-MX" sz="3600" b="0" cap="none" spc="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sesion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75F5B8D8-B058-6E4F-24FE-0E6B1577DEE4}"/>
              </a:ext>
            </a:extLst>
          </p:cNvPr>
          <p:cNvSpPr/>
          <p:nvPr/>
        </p:nvSpPr>
        <p:spPr>
          <a:xfrm>
            <a:off x="3200400" y="2575741"/>
            <a:ext cx="4059936" cy="548640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8EB7B0E9-B49C-439A-D3A4-1822A64FC650}"/>
              </a:ext>
            </a:extLst>
          </p:cNvPr>
          <p:cNvSpPr/>
          <p:nvPr/>
        </p:nvSpPr>
        <p:spPr>
          <a:xfrm>
            <a:off x="3200400" y="4215107"/>
            <a:ext cx="4059936" cy="548640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EA3D04A-E39C-DE9E-0188-B0EFD1D61952}"/>
              </a:ext>
            </a:extLst>
          </p:cNvPr>
          <p:cNvSpPr/>
          <p:nvPr/>
        </p:nvSpPr>
        <p:spPr>
          <a:xfrm>
            <a:off x="1566998" y="4114737"/>
            <a:ext cx="549053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******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CD9CF1D-CD37-5336-8AA1-1DB2D223376E}"/>
              </a:ext>
            </a:extLst>
          </p:cNvPr>
          <p:cNvSpPr/>
          <p:nvPr/>
        </p:nvSpPr>
        <p:spPr>
          <a:xfrm>
            <a:off x="1333500" y="2521556"/>
            <a:ext cx="549053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Enrique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6B2DF63-FC15-06B8-5F5A-5EA3AAA839FE}"/>
              </a:ext>
            </a:extLst>
          </p:cNvPr>
          <p:cNvSpPr/>
          <p:nvPr/>
        </p:nvSpPr>
        <p:spPr>
          <a:xfrm>
            <a:off x="2085703" y="4769105"/>
            <a:ext cx="4619463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Olvidaste tu contraseña?</a:t>
            </a:r>
            <a:endParaRPr lang="es-MX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B9A1549A-7B24-E8E0-CCFE-03A89AC5DD81}"/>
              </a:ext>
            </a:extLst>
          </p:cNvPr>
          <p:cNvSpPr/>
          <p:nvPr/>
        </p:nvSpPr>
        <p:spPr>
          <a:xfrm>
            <a:off x="6948787" y="5166574"/>
            <a:ext cx="1848720" cy="750477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21ED8ED-BDE2-B2F0-076F-2F4CB743DBEE}"/>
              </a:ext>
            </a:extLst>
          </p:cNvPr>
          <p:cNvSpPr txBox="1"/>
          <p:nvPr/>
        </p:nvSpPr>
        <p:spPr>
          <a:xfrm>
            <a:off x="6948787" y="5238934"/>
            <a:ext cx="1840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Ingresar</a:t>
            </a:r>
            <a:endParaRPr lang="es-CO" dirty="0">
              <a:solidFill>
                <a:schemeClr val="bg1"/>
              </a:solidFill>
            </a:endParaRPr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74E7290A-6889-0561-C251-4E2ACABA7365}"/>
              </a:ext>
            </a:extLst>
          </p:cNvPr>
          <p:cNvGrpSpPr/>
          <p:nvPr/>
        </p:nvGrpSpPr>
        <p:grpSpPr>
          <a:xfrm>
            <a:off x="10260098" y="1830688"/>
            <a:ext cx="1806617" cy="4568097"/>
            <a:chOff x="10260098" y="1830688"/>
            <a:chExt cx="1806617" cy="4568097"/>
          </a:xfrm>
        </p:grpSpPr>
        <p:sp>
          <p:nvSpPr>
            <p:cNvPr id="23" name="Rectángulo: esquinas redondeadas 22">
              <a:extLst>
                <a:ext uri="{FF2B5EF4-FFF2-40B4-BE49-F238E27FC236}">
                  <a16:creationId xmlns:a16="http://schemas.microsoft.com/office/drawing/2014/main" id="{B29C1B34-C50F-0353-7811-E075C6D04B1F}"/>
                </a:ext>
              </a:extLst>
            </p:cNvPr>
            <p:cNvSpPr/>
            <p:nvPr/>
          </p:nvSpPr>
          <p:spPr>
            <a:xfrm>
              <a:off x="10345356" y="1830688"/>
              <a:ext cx="1721359" cy="4568097"/>
            </a:xfrm>
            <a:prstGeom prst="roundRect">
              <a:avLst/>
            </a:prstGeom>
            <a:solidFill>
              <a:srgbClr val="2E7D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0387E6CA-8367-9313-1FC9-0C6E9384C3F1}"/>
                </a:ext>
              </a:extLst>
            </p:cNvPr>
            <p:cNvSpPr/>
            <p:nvPr/>
          </p:nvSpPr>
          <p:spPr>
            <a:xfrm>
              <a:off x="10345356" y="1967558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Accesibilidad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9" name="Imagen 28" descr="Braille - Iconos gratis de educación">
              <a:extLst>
                <a:ext uri="{FF2B5EF4-FFF2-40B4-BE49-F238E27FC236}">
                  <a16:creationId xmlns:a16="http://schemas.microsoft.com/office/drawing/2014/main" id="{C4A4114A-0E72-0E5B-8DC1-B3531483B2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41367" y="5206289"/>
              <a:ext cx="929335" cy="929335"/>
            </a:xfrm>
            <a:prstGeom prst="rect">
              <a:avLst/>
            </a:prstGeom>
          </p:spPr>
        </p:pic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8C7FA939-AE0B-A045-D679-F8130E6EA197}"/>
                </a:ext>
              </a:extLst>
            </p:cNvPr>
            <p:cNvSpPr/>
            <p:nvPr/>
          </p:nvSpPr>
          <p:spPr>
            <a:xfrm>
              <a:off x="10302727" y="4797242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Braile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33" name="Imagen 32" descr="Translate Icon png images | PNGEgg">
              <a:extLst>
                <a:ext uri="{FF2B5EF4-FFF2-40B4-BE49-F238E27FC236}">
                  <a16:creationId xmlns:a16="http://schemas.microsoft.com/office/drawing/2014/main" id="{7EAF04CA-709D-0105-ECC4-3F432D573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661201" y="2616704"/>
              <a:ext cx="1004410" cy="1004410"/>
            </a:xfrm>
            <a:prstGeom prst="rect">
              <a:avLst/>
            </a:prstGeom>
          </p:spPr>
        </p:pic>
        <p:sp>
          <p:nvSpPr>
            <p:cNvPr id="35" name="Rectángulo 34">
              <a:extLst>
                <a:ext uri="{FF2B5EF4-FFF2-40B4-BE49-F238E27FC236}">
                  <a16:creationId xmlns:a16="http://schemas.microsoft.com/office/drawing/2014/main" id="{5789817C-A66D-CB78-BDAD-FBCE64844951}"/>
                </a:ext>
              </a:extLst>
            </p:cNvPr>
            <p:cNvSpPr/>
            <p:nvPr/>
          </p:nvSpPr>
          <p:spPr>
            <a:xfrm>
              <a:off x="10260098" y="2336890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Traductor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36" name="Imagen 35" descr="Text To Speech icon - Free Download PNG &amp; SVG | Streamline">
              <a:extLst>
                <a:ext uri="{FF2B5EF4-FFF2-40B4-BE49-F238E27FC236}">
                  <a16:creationId xmlns:a16="http://schemas.microsoft.com/office/drawing/2014/main" id="{9DA940E0-134B-63AC-BB37-85675136BD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41367" y="3866388"/>
              <a:ext cx="939016" cy="939016"/>
            </a:xfrm>
            <a:prstGeom prst="rect">
              <a:avLst/>
            </a:prstGeom>
          </p:spPr>
        </p:pic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5597FEFB-1C8B-FD98-E7E0-BE04740DEDB3}"/>
                </a:ext>
              </a:extLst>
            </p:cNvPr>
            <p:cNvSpPr/>
            <p:nvPr/>
          </p:nvSpPr>
          <p:spPr>
            <a:xfrm>
              <a:off x="10302726" y="3559085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TTS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892D47C9-6BCD-10B4-5E91-6F10BC2ABF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01" y="27710"/>
            <a:ext cx="1548297" cy="167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297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3FB6C-5E60-B51B-C2C3-E7F6C76DB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E8E32A21-B640-DAEA-4AA1-0779087E950B}"/>
              </a:ext>
            </a:extLst>
          </p:cNvPr>
          <p:cNvSpPr/>
          <p:nvPr/>
        </p:nvSpPr>
        <p:spPr>
          <a:xfrm>
            <a:off x="3045713" y="1024128"/>
            <a:ext cx="6100572" cy="5111496"/>
          </a:xfrm>
          <a:prstGeom prst="roundRect">
            <a:avLst/>
          </a:prstGeom>
          <a:solidFill>
            <a:srgbClr val="2E7D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4967E8A-3113-EBDA-FC6D-2EC676FBA285}"/>
              </a:ext>
            </a:extLst>
          </p:cNvPr>
          <p:cNvSpPr/>
          <p:nvPr/>
        </p:nvSpPr>
        <p:spPr>
          <a:xfrm>
            <a:off x="1689897" y="1856945"/>
            <a:ext cx="461946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</a:t>
            </a:r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suario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023FF22-FB29-5997-7738-5E61317C0D26}"/>
              </a:ext>
            </a:extLst>
          </p:cNvPr>
          <p:cNvSpPr/>
          <p:nvPr/>
        </p:nvSpPr>
        <p:spPr>
          <a:xfrm>
            <a:off x="2002536" y="3339899"/>
            <a:ext cx="461946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ontraseña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87116A7-8522-20B4-76E9-987AFF3AD4A3}"/>
              </a:ext>
            </a:extLst>
          </p:cNvPr>
          <p:cNvSpPr/>
          <p:nvPr/>
        </p:nvSpPr>
        <p:spPr>
          <a:xfrm>
            <a:off x="3786268" y="1128274"/>
            <a:ext cx="461946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Inicio de </a:t>
            </a:r>
            <a:r>
              <a:rPr lang="es-MX" sz="3600" b="0" cap="none" spc="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sesion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7273396C-2F80-4870-5101-BDBF90A025A0}"/>
              </a:ext>
            </a:extLst>
          </p:cNvPr>
          <p:cNvSpPr/>
          <p:nvPr/>
        </p:nvSpPr>
        <p:spPr>
          <a:xfrm>
            <a:off x="3200400" y="2575741"/>
            <a:ext cx="4059936" cy="548640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2F6FBEF2-D5FD-7073-9D2C-9FF97CDF5AB4}"/>
              </a:ext>
            </a:extLst>
          </p:cNvPr>
          <p:cNvSpPr/>
          <p:nvPr/>
        </p:nvSpPr>
        <p:spPr>
          <a:xfrm>
            <a:off x="3200400" y="4215107"/>
            <a:ext cx="4059936" cy="548640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5337E8F-110D-E513-9254-7F374815CA1D}"/>
              </a:ext>
            </a:extLst>
          </p:cNvPr>
          <p:cNvSpPr/>
          <p:nvPr/>
        </p:nvSpPr>
        <p:spPr>
          <a:xfrm>
            <a:off x="1566998" y="4114737"/>
            <a:ext cx="549053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******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B440A38-B38B-B3C0-6A2A-054B5A2586AC}"/>
              </a:ext>
            </a:extLst>
          </p:cNvPr>
          <p:cNvSpPr/>
          <p:nvPr/>
        </p:nvSpPr>
        <p:spPr>
          <a:xfrm>
            <a:off x="1333500" y="2521556"/>
            <a:ext cx="549053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Manuel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8C638E3-22A9-FF8E-4F69-8EF834426263}"/>
              </a:ext>
            </a:extLst>
          </p:cNvPr>
          <p:cNvSpPr/>
          <p:nvPr/>
        </p:nvSpPr>
        <p:spPr>
          <a:xfrm>
            <a:off x="2085703" y="4769105"/>
            <a:ext cx="4619463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Olvidaste tu contraseña?</a:t>
            </a:r>
            <a:endParaRPr lang="es-MX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657D405-7C9F-68C1-00E3-1B0E28500DC9}"/>
              </a:ext>
            </a:extLst>
          </p:cNvPr>
          <p:cNvSpPr/>
          <p:nvPr/>
        </p:nvSpPr>
        <p:spPr>
          <a:xfrm>
            <a:off x="3786268" y="1640124"/>
            <a:ext cx="4619463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b="0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Datos Incorrectos-intente nuevamente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BA0C5F6F-D842-3C30-4AAD-714F1B63C9A8}"/>
              </a:ext>
            </a:extLst>
          </p:cNvPr>
          <p:cNvSpPr/>
          <p:nvPr/>
        </p:nvSpPr>
        <p:spPr>
          <a:xfrm>
            <a:off x="6895558" y="5251214"/>
            <a:ext cx="1848720" cy="750477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50ED8A8-D2D1-49BF-CD42-C9AB2CBF5FD8}"/>
              </a:ext>
            </a:extLst>
          </p:cNvPr>
          <p:cNvSpPr txBox="1"/>
          <p:nvPr/>
        </p:nvSpPr>
        <p:spPr>
          <a:xfrm>
            <a:off x="6956952" y="5303288"/>
            <a:ext cx="1840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Ingresar</a:t>
            </a:r>
            <a:endParaRPr lang="es-CO" dirty="0">
              <a:solidFill>
                <a:schemeClr val="bg1"/>
              </a:solidFill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51FFD8B7-524E-2491-06E5-4611A4190116}"/>
              </a:ext>
            </a:extLst>
          </p:cNvPr>
          <p:cNvGrpSpPr/>
          <p:nvPr/>
        </p:nvGrpSpPr>
        <p:grpSpPr>
          <a:xfrm>
            <a:off x="10260098" y="1830688"/>
            <a:ext cx="1806617" cy="4568097"/>
            <a:chOff x="10260098" y="1830688"/>
            <a:chExt cx="1806617" cy="4568097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79EBA825-55D1-DC1C-2225-352299B560DF}"/>
                </a:ext>
              </a:extLst>
            </p:cNvPr>
            <p:cNvSpPr/>
            <p:nvPr/>
          </p:nvSpPr>
          <p:spPr>
            <a:xfrm>
              <a:off x="10345356" y="1830688"/>
              <a:ext cx="1721359" cy="4568097"/>
            </a:xfrm>
            <a:prstGeom prst="roundRect">
              <a:avLst/>
            </a:prstGeom>
            <a:solidFill>
              <a:srgbClr val="2E7D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5B82B448-B34C-8E4C-562C-3D6020790AD2}"/>
                </a:ext>
              </a:extLst>
            </p:cNvPr>
            <p:cNvSpPr/>
            <p:nvPr/>
          </p:nvSpPr>
          <p:spPr>
            <a:xfrm>
              <a:off x="10345356" y="1967558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Accesibilidad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2" name="Imagen 21" descr="Braille - Iconos gratis de educación">
              <a:extLst>
                <a:ext uri="{FF2B5EF4-FFF2-40B4-BE49-F238E27FC236}">
                  <a16:creationId xmlns:a16="http://schemas.microsoft.com/office/drawing/2014/main" id="{BE115A18-2C89-6EC2-FB46-88476D0B06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41367" y="5206289"/>
              <a:ext cx="929335" cy="929335"/>
            </a:xfrm>
            <a:prstGeom prst="rect">
              <a:avLst/>
            </a:prstGeom>
          </p:spPr>
        </p:pic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AE37FE69-07F0-CCBE-A904-FFBF8F652466}"/>
                </a:ext>
              </a:extLst>
            </p:cNvPr>
            <p:cNvSpPr/>
            <p:nvPr/>
          </p:nvSpPr>
          <p:spPr>
            <a:xfrm>
              <a:off x="10302727" y="4797242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Braile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4" name="Imagen 23" descr="Translate Icon png images | PNGEgg">
              <a:extLst>
                <a:ext uri="{FF2B5EF4-FFF2-40B4-BE49-F238E27FC236}">
                  <a16:creationId xmlns:a16="http://schemas.microsoft.com/office/drawing/2014/main" id="{2664F474-A11A-5746-BDB4-0494CEA54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661201" y="2616704"/>
              <a:ext cx="1004410" cy="1004410"/>
            </a:xfrm>
            <a:prstGeom prst="rect">
              <a:avLst/>
            </a:prstGeom>
          </p:spPr>
        </p:pic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30A50910-AFA0-FAAD-009C-F7CFA4F97AC7}"/>
                </a:ext>
              </a:extLst>
            </p:cNvPr>
            <p:cNvSpPr/>
            <p:nvPr/>
          </p:nvSpPr>
          <p:spPr>
            <a:xfrm>
              <a:off x="10260098" y="2336890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Traductor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6" name="Imagen 25" descr="Text To Speech icon - Free Download PNG &amp; SVG | Streamline">
              <a:extLst>
                <a:ext uri="{FF2B5EF4-FFF2-40B4-BE49-F238E27FC236}">
                  <a16:creationId xmlns:a16="http://schemas.microsoft.com/office/drawing/2014/main" id="{BC1979A3-9AD5-20C2-CD19-B97EC784F8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41367" y="3866388"/>
              <a:ext cx="939016" cy="939016"/>
            </a:xfrm>
            <a:prstGeom prst="rect">
              <a:avLst/>
            </a:prstGeom>
          </p:spPr>
        </p:pic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2C6EF229-A7F3-8E1A-602C-4588488C58B7}"/>
                </a:ext>
              </a:extLst>
            </p:cNvPr>
            <p:cNvSpPr/>
            <p:nvPr/>
          </p:nvSpPr>
          <p:spPr>
            <a:xfrm>
              <a:off x="10302726" y="3559085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TTS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11" name="Imagen 10">
            <a:extLst>
              <a:ext uri="{FF2B5EF4-FFF2-40B4-BE49-F238E27FC236}">
                <a16:creationId xmlns:a16="http://schemas.microsoft.com/office/drawing/2014/main" id="{4954DE3E-F8B7-7458-8267-EDB5DA3FDB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73" y="4011"/>
            <a:ext cx="1544325" cy="167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175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E0C94-8E34-5FA7-6757-5A7C4B7CD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991DD9E-6B00-77AD-C2B7-28AC2182AC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5936" y="937316"/>
            <a:ext cx="10192214" cy="5729726"/>
          </a:xfrm>
          <a:prstGeom prst="rect">
            <a:avLst/>
          </a:prstGeom>
          <a:solidFill>
            <a:srgbClr val="2E7D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37C879AD-4C2C-F410-0F7C-E01A87613EEC}"/>
              </a:ext>
            </a:extLst>
          </p:cNvPr>
          <p:cNvGrpSpPr/>
          <p:nvPr/>
        </p:nvGrpSpPr>
        <p:grpSpPr>
          <a:xfrm>
            <a:off x="10496072" y="2205378"/>
            <a:ext cx="1806617" cy="4568097"/>
            <a:chOff x="10260098" y="1830688"/>
            <a:chExt cx="1806617" cy="4568097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69AF5203-B103-1B45-82E8-48973F97F6BB}"/>
                </a:ext>
              </a:extLst>
            </p:cNvPr>
            <p:cNvSpPr/>
            <p:nvPr/>
          </p:nvSpPr>
          <p:spPr>
            <a:xfrm>
              <a:off x="10345356" y="1830688"/>
              <a:ext cx="1721359" cy="4568097"/>
            </a:xfrm>
            <a:prstGeom prst="roundRect">
              <a:avLst/>
            </a:prstGeom>
            <a:solidFill>
              <a:srgbClr val="2E7D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7E52217-C6D3-E8C8-3741-29EC69B06DAE}"/>
                </a:ext>
              </a:extLst>
            </p:cNvPr>
            <p:cNvSpPr/>
            <p:nvPr/>
          </p:nvSpPr>
          <p:spPr>
            <a:xfrm>
              <a:off x="10345356" y="1967558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Accesibilidad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2" name="Imagen 21" descr="Braille - Iconos gratis de educación">
              <a:extLst>
                <a:ext uri="{FF2B5EF4-FFF2-40B4-BE49-F238E27FC236}">
                  <a16:creationId xmlns:a16="http://schemas.microsoft.com/office/drawing/2014/main" id="{F8C302A6-37C9-ABB6-253F-DAF18AB89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41367" y="5206289"/>
              <a:ext cx="929335" cy="929335"/>
            </a:xfrm>
            <a:prstGeom prst="rect">
              <a:avLst/>
            </a:prstGeom>
          </p:spPr>
        </p:pic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148BAFDD-D997-45F3-2B5E-D1528226FF03}"/>
                </a:ext>
              </a:extLst>
            </p:cNvPr>
            <p:cNvSpPr/>
            <p:nvPr/>
          </p:nvSpPr>
          <p:spPr>
            <a:xfrm>
              <a:off x="10302727" y="4797242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Braile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4" name="Imagen 23" descr="Translate Icon png images | PNGEgg">
              <a:extLst>
                <a:ext uri="{FF2B5EF4-FFF2-40B4-BE49-F238E27FC236}">
                  <a16:creationId xmlns:a16="http://schemas.microsoft.com/office/drawing/2014/main" id="{631D0801-E2B9-CB8F-902E-D7545434DF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661201" y="2616704"/>
              <a:ext cx="1004410" cy="1004410"/>
            </a:xfrm>
            <a:prstGeom prst="rect">
              <a:avLst/>
            </a:prstGeom>
          </p:spPr>
        </p:pic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79C5C67F-967E-50AF-6ACB-521D7C09555A}"/>
                </a:ext>
              </a:extLst>
            </p:cNvPr>
            <p:cNvSpPr/>
            <p:nvPr/>
          </p:nvSpPr>
          <p:spPr>
            <a:xfrm>
              <a:off x="10260098" y="2336890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Traductor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6" name="Imagen 25" descr="Text To Speech icon - Free Download PNG &amp; SVG | Streamline">
              <a:extLst>
                <a:ext uri="{FF2B5EF4-FFF2-40B4-BE49-F238E27FC236}">
                  <a16:creationId xmlns:a16="http://schemas.microsoft.com/office/drawing/2014/main" id="{48578603-7D7F-7113-E9C2-483272787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41367" y="3866388"/>
              <a:ext cx="939016" cy="939016"/>
            </a:xfrm>
            <a:prstGeom prst="rect">
              <a:avLst/>
            </a:prstGeom>
          </p:spPr>
        </p:pic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24BD057D-373D-26E3-5D96-8B8FFEABF9C8}"/>
                </a:ext>
              </a:extLst>
            </p:cNvPr>
            <p:cNvSpPr/>
            <p:nvPr/>
          </p:nvSpPr>
          <p:spPr>
            <a:xfrm>
              <a:off x="10302726" y="3559085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TTS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859833A6-5820-217A-47E3-6B3DA76A2AB1}"/>
              </a:ext>
            </a:extLst>
          </p:cNvPr>
          <p:cNvGrpSpPr/>
          <p:nvPr/>
        </p:nvGrpSpPr>
        <p:grpSpPr>
          <a:xfrm>
            <a:off x="724174" y="1935895"/>
            <a:ext cx="881496" cy="854132"/>
            <a:chOff x="1046730" y="2342249"/>
            <a:chExt cx="1136032" cy="1086752"/>
          </a:xfrm>
        </p:grpSpPr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7E77C9ED-1106-A123-6429-C93F8C022B8A}"/>
                </a:ext>
              </a:extLst>
            </p:cNvPr>
            <p:cNvSpPr/>
            <p:nvPr/>
          </p:nvSpPr>
          <p:spPr>
            <a:xfrm>
              <a:off x="1046730" y="2342249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8" name="Imagen 7" descr="Client - Free people icons">
              <a:extLst>
                <a:ext uri="{FF2B5EF4-FFF2-40B4-BE49-F238E27FC236}">
                  <a16:creationId xmlns:a16="http://schemas.microsoft.com/office/drawing/2014/main" id="{FAFD5286-F717-6132-DFBE-4D8A9BEEED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00849" y="2482350"/>
              <a:ext cx="827791" cy="827791"/>
            </a:xfrm>
            <a:prstGeom prst="rect">
              <a:avLst/>
            </a:prstGeom>
          </p:spPr>
        </p:pic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0F864FD3-884F-4FF6-46D2-6DFEAA1897FB}"/>
              </a:ext>
            </a:extLst>
          </p:cNvPr>
          <p:cNvGrpSpPr/>
          <p:nvPr/>
        </p:nvGrpSpPr>
        <p:grpSpPr>
          <a:xfrm>
            <a:off x="675256" y="3061943"/>
            <a:ext cx="979329" cy="991957"/>
            <a:chOff x="983688" y="3632390"/>
            <a:chExt cx="1262114" cy="1262114"/>
          </a:xfrm>
        </p:grpSpPr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D148424F-4F90-E422-321A-FD056FABB37D}"/>
                </a:ext>
              </a:extLst>
            </p:cNvPr>
            <p:cNvSpPr/>
            <p:nvPr/>
          </p:nvSpPr>
          <p:spPr>
            <a:xfrm>
              <a:off x="1046730" y="3697702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32" name="Imagen 31" descr="Free Vectors | car icon">
              <a:extLst>
                <a:ext uri="{FF2B5EF4-FFF2-40B4-BE49-F238E27FC236}">
                  <a16:creationId xmlns:a16="http://schemas.microsoft.com/office/drawing/2014/main" id="{0987230B-2C00-695E-64DD-619FED5BF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983688" y="3632390"/>
              <a:ext cx="1262114" cy="1262114"/>
            </a:xfrm>
            <a:prstGeom prst="rect">
              <a:avLst/>
            </a:prstGeom>
          </p:spPr>
        </p:pic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CE784842-92E9-405A-30D6-AED6614056E5}"/>
              </a:ext>
            </a:extLst>
          </p:cNvPr>
          <p:cNvGrpSpPr/>
          <p:nvPr/>
        </p:nvGrpSpPr>
        <p:grpSpPr>
          <a:xfrm>
            <a:off x="738298" y="4325816"/>
            <a:ext cx="881496" cy="854132"/>
            <a:chOff x="1046730" y="5144823"/>
            <a:chExt cx="1136032" cy="1086752"/>
          </a:xfrm>
        </p:grpSpPr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D0F8FC46-6263-493D-9D33-96E780A5CA6C}"/>
                </a:ext>
              </a:extLst>
            </p:cNvPr>
            <p:cNvSpPr/>
            <p:nvPr/>
          </p:nvSpPr>
          <p:spPr>
            <a:xfrm>
              <a:off x="1046730" y="5144823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33" name="Imagen 32" descr="Services - Free industry icons">
              <a:extLst>
                <a:ext uri="{FF2B5EF4-FFF2-40B4-BE49-F238E27FC236}">
                  <a16:creationId xmlns:a16="http://schemas.microsoft.com/office/drawing/2014/main" id="{DC2B79F0-F6CC-B6CF-892D-05C3F86C9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00850" y="5285375"/>
              <a:ext cx="850420" cy="850420"/>
            </a:xfrm>
            <a:prstGeom prst="rect">
              <a:avLst/>
            </a:prstGeom>
          </p:spPr>
        </p:pic>
      </p:grp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6314C089-E091-C436-4AD9-0ED69DB8E4CD}"/>
              </a:ext>
            </a:extLst>
          </p:cNvPr>
          <p:cNvSpPr/>
          <p:nvPr/>
        </p:nvSpPr>
        <p:spPr>
          <a:xfrm>
            <a:off x="4173783" y="5760377"/>
            <a:ext cx="1068260" cy="870420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3" name="Imagen 42" descr="Help - Free interface icons">
            <a:extLst>
              <a:ext uri="{FF2B5EF4-FFF2-40B4-BE49-F238E27FC236}">
                <a16:creationId xmlns:a16="http://schemas.microsoft.com/office/drawing/2014/main" id="{0452E2A1-D537-11B3-6F97-2583CD0912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7077" y="5844751"/>
            <a:ext cx="701672" cy="701672"/>
          </a:xfrm>
          <a:prstGeom prst="rect">
            <a:avLst/>
          </a:prstGeom>
        </p:spPr>
      </p:pic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C9BC2406-A259-10CD-0DA0-E62B0245765F}"/>
              </a:ext>
            </a:extLst>
          </p:cNvPr>
          <p:cNvSpPr/>
          <p:nvPr/>
        </p:nvSpPr>
        <p:spPr>
          <a:xfrm>
            <a:off x="5284672" y="5760377"/>
            <a:ext cx="1068260" cy="870420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2" name="Imagen 51" descr="Exit - Free signs icons">
            <a:extLst>
              <a:ext uri="{FF2B5EF4-FFF2-40B4-BE49-F238E27FC236}">
                <a16:creationId xmlns:a16="http://schemas.microsoft.com/office/drawing/2014/main" id="{D6CCF630-440A-6872-E619-1A5D28CB21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63882" y="5891170"/>
            <a:ext cx="619144" cy="619144"/>
          </a:xfrm>
          <a:prstGeom prst="rect">
            <a:avLst/>
          </a:prstGeom>
        </p:spPr>
      </p:pic>
      <p:sp>
        <p:nvSpPr>
          <p:cNvPr id="54" name="Rectángulo 53">
            <a:extLst>
              <a:ext uri="{FF2B5EF4-FFF2-40B4-BE49-F238E27FC236}">
                <a16:creationId xmlns:a16="http://schemas.microsoft.com/office/drawing/2014/main" id="{DDDE6E0C-559A-094D-A994-FF2072B78F53}"/>
              </a:ext>
            </a:extLst>
          </p:cNvPr>
          <p:cNvSpPr/>
          <p:nvPr/>
        </p:nvSpPr>
        <p:spPr>
          <a:xfrm>
            <a:off x="2060116" y="2026852"/>
            <a:ext cx="164146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Cliente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8B1334A9-EB50-6909-5D78-6C3D952AA8B5}"/>
              </a:ext>
            </a:extLst>
          </p:cNvPr>
          <p:cNvSpPr/>
          <p:nvPr/>
        </p:nvSpPr>
        <p:spPr>
          <a:xfrm>
            <a:off x="2446262" y="5863122"/>
            <a:ext cx="1484341" cy="6649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Ayuda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2478D6BC-9901-48E1-F454-C77B40F2DDFF}"/>
              </a:ext>
            </a:extLst>
          </p:cNvPr>
          <p:cNvSpPr/>
          <p:nvPr/>
        </p:nvSpPr>
        <p:spPr>
          <a:xfrm>
            <a:off x="1869367" y="4418688"/>
            <a:ext cx="2022967" cy="6683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Servicios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67C2851B-C00F-723C-EC66-6D0ED9E3FC11}"/>
              </a:ext>
            </a:extLst>
          </p:cNvPr>
          <p:cNvSpPr/>
          <p:nvPr/>
        </p:nvSpPr>
        <p:spPr>
          <a:xfrm>
            <a:off x="6748943" y="5844524"/>
            <a:ext cx="106826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Salir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CE8ED09D-830B-C509-928B-94100792D394}"/>
              </a:ext>
            </a:extLst>
          </p:cNvPr>
          <p:cNvSpPr/>
          <p:nvPr/>
        </p:nvSpPr>
        <p:spPr>
          <a:xfrm>
            <a:off x="2179081" y="3234755"/>
            <a:ext cx="140353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Autos</a:t>
            </a:r>
          </a:p>
        </p:txBody>
      </p:sp>
      <p:pic>
        <p:nvPicPr>
          <p:cNvPr id="64" name="Imagen 63">
            <a:extLst>
              <a:ext uri="{FF2B5EF4-FFF2-40B4-BE49-F238E27FC236}">
                <a16:creationId xmlns:a16="http://schemas.microsoft.com/office/drawing/2014/main" id="{0FA59749-E668-500F-B8BD-A5623DCB245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76835" y="7931"/>
            <a:ext cx="815499" cy="883062"/>
          </a:xfrm>
          <a:prstGeom prst="rect">
            <a:avLst/>
          </a:prstGeom>
        </p:spPr>
      </p:pic>
      <p:sp>
        <p:nvSpPr>
          <p:cNvPr id="66" name="Rectángulo 65">
            <a:extLst>
              <a:ext uri="{FF2B5EF4-FFF2-40B4-BE49-F238E27FC236}">
                <a16:creationId xmlns:a16="http://schemas.microsoft.com/office/drawing/2014/main" id="{B93A61FE-DD9B-B80E-A62B-D48FDE058BB2}"/>
              </a:ext>
            </a:extLst>
          </p:cNvPr>
          <p:cNvSpPr/>
          <p:nvPr/>
        </p:nvSpPr>
        <p:spPr>
          <a:xfrm>
            <a:off x="4103202" y="64741"/>
            <a:ext cx="34312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SERVITECA</a:t>
            </a:r>
            <a:endParaRPr lang="es-MX" sz="4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67745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AE229-BD1F-CE9A-24B9-6EEDAE133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F92093B-A637-9974-83B6-90B3D9A208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5936" y="937316"/>
            <a:ext cx="10192214" cy="5729726"/>
          </a:xfrm>
          <a:prstGeom prst="rect">
            <a:avLst/>
          </a:prstGeom>
          <a:solidFill>
            <a:srgbClr val="2E7D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4C0F12D6-0040-B5C0-711E-A5FFEBE11FD9}"/>
              </a:ext>
            </a:extLst>
          </p:cNvPr>
          <p:cNvGrpSpPr/>
          <p:nvPr/>
        </p:nvGrpSpPr>
        <p:grpSpPr>
          <a:xfrm>
            <a:off x="10380779" y="2266268"/>
            <a:ext cx="1806617" cy="4568097"/>
            <a:chOff x="10260098" y="1830688"/>
            <a:chExt cx="1806617" cy="4568097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F94D017E-32E1-A1D4-4568-2A3D60751C58}"/>
                </a:ext>
              </a:extLst>
            </p:cNvPr>
            <p:cNvSpPr/>
            <p:nvPr/>
          </p:nvSpPr>
          <p:spPr>
            <a:xfrm>
              <a:off x="10345356" y="1830688"/>
              <a:ext cx="1721359" cy="4568097"/>
            </a:xfrm>
            <a:prstGeom prst="roundRect">
              <a:avLst/>
            </a:prstGeom>
            <a:solidFill>
              <a:srgbClr val="2E7D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7104F3F5-5323-A097-38D3-9E5FEF930638}"/>
                </a:ext>
              </a:extLst>
            </p:cNvPr>
            <p:cNvSpPr/>
            <p:nvPr/>
          </p:nvSpPr>
          <p:spPr>
            <a:xfrm>
              <a:off x="10345356" y="1967558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Accesibilidad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2" name="Imagen 21" descr="Braille - Iconos gratis de educación">
              <a:extLst>
                <a:ext uri="{FF2B5EF4-FFF2-40B4-BE49-F238E27FC236}">
                  <a16:creationId xmlns:a16="http://schemas.microsoft.com/office/drawing/2014/main" id="{FCE6CF38-9880-F06F-078B-6A1A918A60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41367" y="5206289"/>
              <a:ext cx="929335" cy="929335"/>
            </a:xfrm>
            <a:prstGeom prst="rect">
              <a:avLst/>
            </a:prstGeom>
          </p:spPr>
        </p:pic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5C928A22-C978-7E55-1F41-F223883775F2}"/>
                </a:ext>
              </a:extLst>
            </p:cNvPr>
            <p:cNvSpPr/>
            <p:nvPr/>
          </p:nvSpPr>
          <p:spPr>
            <a:xfrm>
              <a:off x="10302727" y="4797242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Braile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4" name="Imagen 23" descr="Translate Icon png images | PNGEgg">
              <a:extLst>
                <a:ext uri="{FF2B5EF4-FFF2-40B4-BE49-F238E27FC236}">
                  <a16:creationId xmlns:a16="http://schemas.microsoft.com/office/drawing/2014/main" id="{DF3D71A1-B6AD-BF80-C0DF-A9674FB494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661201" y="2616704"/>
              <a:ext cx="1004410" cy="1004410"/>
            </a:xfrm>
            <a:prstGeom prst="rect">
              <a:avLst/>
            </a:prstGeom>
          </p:spPr>
        </p:pic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51B6BF13-2AA1-DACC-E5FC-64FBF12FD242}"/>
                </a:ext>
              </a:extLst>
            </p:cNvPr>
            <p:cNvSpPr/>
            <p:nvPr/>
          </p:nvSpPr>
          <p:spPr>
            <a:xfrm>
              <a:off x="10260098" y="2336890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Traductor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6" name="Imagen 25" descr="Text To Speech icon - Free Download PNG &amp; SVG | Streamline">
              <a:extLst>
                <a:ext uri="{FF2B5EF4-FFF2-40B4-BE49-F238E27FC236}">
                  <a16:creationId xmlns:a16="http://schemas.microsoft.com/office/drawing/2014/main" id="{8D95D463-1B85-2334-EA4B-55F5D38A5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41367" y="3866388"/>
              <a:ext cx="939016" cy="939016"/>
            </a:xfrm>
            <a:prstGeom prst="rect">
              <a:avLst/>
            </a:prstGeom>
          </p:spPr>
        </p:pic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8908CE08-23C8-59E7-17A1-8BA92166E175}"/>
                </a:ext>
              </a:extLst>
            </p:cNvPr>
            <p:cNvSpPr/>
            <p:nvPr/>
          </p:nvSpPr>
          <p:spPr>
            <a:xfrm>
              <a:off x="10302726" y="3559085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TTS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D45AC2F1-FA67-6E6A-0763-AC5A0DBE29B9}"/>
              </a:ext>
            </a:extLst>
          </p:cNvPr>
          <p:cNvGrpSpPr/>
          <p:nvPr/>
        </p:nvGrpSpPr>
        <p:grpSpPr>
          <a:xfrm>
            <a:off x="724174" y="1935895"/>
            <a:ext cx="881496" cy="854132"/>
            <a:chOff x="1046730" y="2342249"/>
            <a:chExt cx="1136032" cy="1086752"/>
          </a:xfrm>
        </p:grpSpPr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457C84CF-0D2C-0D6C-20A6-5097EC34B490}"/>
                </a:ext>
              </a:extLst>
            </p:cNvPr>
            <p:cNvSpPr/>
            <p:nvPr/>
          </p:nvSpPr>
          <p:spPr>
            <a:xfrm>
              <a:off x="1046730" y="2342249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8" name="Imagen 7" descr="Client - Free people icons">
              <a:extLst>
                <a:ext uri="{FF2B5EF4-FFF2-40B4-BE49-F238E27FC236}">
                  <a16:creationId xmlns:a16="http://schemas.microsoft.com/office/drawing/2014/main" id="{369F6FF7-B683-2E0D-A7DE-B77F450C6B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00849" y="2482350"/>
              <a:ext cx="827791" cy="827791"/>
            </a:xfrm>
            <a:prstGeom prst="rect">
              <a:avLst/>
            </a:prstGeom>
          </p:spPr>
        </p:pic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F123A032-6C97-C344-D2CB-54B422258C96}"/>
              </a:ext>
            </a:extLst>
          </p:cNvPr>
          <p:cNvGrpSpPr/>
          <p:nvPr/>
        </p:nvGrpSpPr>
        <p:grpSpPr>
          <a:xfrm>
            <a:off x="675256" y="3061943"/>
            <a:ext cx="979329" cy="991957"/>
            <a:chOff x="983688" y="3632390"/>
            <a:chExt cx="1262114" cy="1262114"/>
          </a:xfrm>
        </p:grpSpPr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7B4404AB-7BB2-B00D-CCA1-9CAF342B1E93}"/>
                </a:ext>
              </a:extLst>
            </p:cNvPr>
            <p:cNvSpPr/>
            <p:nvPr/>
          </p:nvSpPr>
          <p:spPr>
            <a:xfrm>
              <a:off x="1046730" y="3697702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32" name="Imagen 31" descr="Free Vectors | car icon">
              <a:extLst>
                <a:ext uri="{FF2B5EF4-FFF2-40B4-BE49-F238E27FC236}">
                  <a16:creationId xmlns:a16="http://schemas.microsoft.com/office/drawing/2014/main" id="{60BBF8AD-C378-1004-A1AE-982B0667498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983688" y="3632390"/>
              <a:ext cx="1262114" cy="1262114"/>
            </a:xfrm>
            <a:prstGeom prst="rect">
              <a:avLst/>
            </a:prstGeom>
          </p:spPr>
        </p:pic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903E1963-81DC-61B1-EA9D-A02F2906B262}"/>
              </a:ext>
            </a:extLst>
          </p:cNvPr>
          <p:cNvGrpSpPr/>
          <p:nvPr/>
        </p:nvGrpSpPr>
        <p:grpSpPr>
          <a:xfrm>
            <a:off x="738298" y="4325816"/>
            <a:ext cx="881496" cy="854132"/>
            <a:chOff x="1046730" y="5144823"/>
            <a:chExt cx="1136032" cy="1086752"/>
          </a:xfrm>
        </p:grpSpPr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4125745B-EEB1-E35B-D6FB-D0C1D22E6121}"/>
                </a:ext>
              </a:extLst>
            </p:cNvPr>
            <p:cNvSpPr/>
            <p:nvPr/>
          </p:nvSpPr>
          <p:spPr>
            <a:xfrm>
              <a:off x="1046730" y="5144823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33" name="Imagen 32" descr="Services - Free industry icons">
              <a:extLst>
                <a:ext uri="{FF2B5EF4-FFF2-40B4-BE49-F238E27FC236}">
                  <a16:creationId xmlns:a16="http://schemas.microsoft.com/office/drawing/2014/main" id="{FAFE5BA1-AF30-3C32-4D1B-FF208FB24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00850" y="5285375"/>
              <a:ext cx="850420" cy="850420"/>
            </a:xfrm>
            <a:prstGeom prst="rect">
              <a:avLst/>
            </a:prstGeom>
          </p:spPr>
        </p:pic>
      </p:grp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DED723B7-5D51-34B8-10D7-229C31C24C82}"/>
              </a:ext>
            </a:extLst>
          </p:cNvPr>
          <p:cNvSpPr/>
          <p:nvPr/>
        </p:nvSpPr>
        <p:spPr>
          <a:xfrm>
            <a:off x="4173783" y="5760377"/>
            <a:ext cx="1068260" cy="870420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3" name="Imagen 42" descr="Help - Free interface icons">
            <a:extLst>
              <a:ext uri="{FF2B5EF4-FFF2-40B4-BE49-F238E27FC236}">
                <a16:creationId xmlns:a16="http://schemas.microsoft.com/office/drawing/2014/main" id="{3E4F4B5E-0973-9236-2B32-FCA3417DBB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7077" y="5844751"/>
            <a:ext cx="701672" cy="701672"/>
          </a:xfrm>
          <a:prstGeom prst="rect">
            <a:avLst/>
          </a:prstGeom>
        </p:spPr>
      </p:pic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D5D868B7-D020-5061-23C6-DB2D05419E6F}"/>
              </a:ext>
            </a:extLst>
          </p:cNvPr>
          <p:cNvSpPr/>
          <p:nvPr/>
        </p:nvSpPr>
        <p:spPr>
          <a:xfrm>
            <a:off x="5284672" y="5760377"/>
            <a:ext cx="1068260" cy="870420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2" name="Imagen 51" descr="Exit - Free signs icons">
            <a:extLst>
              <a:ext uri="{FF2B5EF4-FFF2-40B4-BE49-F238E27FC236}">
                <a16:creationId xmlns:a16="http://schemas.microsoft.com/office/drawing/2014/main" id="{B3871488-A7C6-B379-3DA0-9C4A8891E3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63882" y="5891170"/>
            <a:ext cx="619144" cy="619144"/>
          </a:xfrm>
          <a:prstGeom prst="rect">
            <a:avLst/>
          </a:prstGeom>
        </p:spPr>
      </p:pic>
      <p:sp>
        <p:nvSpPr>
          <p:cNvPr id="54" name="Rectángulo 53">
            <a:extLst>
              <a:ext uri="{FF2B5EF4-FFF2-40B4-BE49-F238E27FC236}">
                <a16:creationId xmlns:a16="http://schemas.microsoft.com/office/drawing/2014/main" id="{51897661-1D7F-7EA4-AA03-EC528C58F38C}"/>
              </a:ext>
            </a:extLst>
          </p:cNvPr>
          <p:cNvSpPr/>
          <p:nvPr/>
        </p:nvSpPr>
        <p:spPr>
          <a:xfrm>
            <a:off x="2060116" y="2026852"/>
            <a:ext cx="164146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Cliente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A2B1C76D-2A41-1CB2-5A61-38A92D8F639D}"/>
              </a:ext>
            </a:extLst>
          </p:cNvPr>
          <p:cNvSpPr/>
          <p:nvPr/>
        </p:nvSpPr>
        <p:spPr>
          <a:xfrm>
            <a:off x="2446262" y="5863122"/>
            <a:ext cx="1484341" cy="6649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Ayuda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9C5B89C1-E13E-DAF9-8FA7-AD8B032764C0}"/>
              </a:ext>
            </a:extLst>
          </p:cNvPr>
          <p:cNvSpPr/>
          <p:nvPr/>
        </p:nvSpPr>
        <p:spPr>
          <a:xfrm>
            <a:off x="1869367" y="4418688"/>
            <a:ext cx="2022967" cy="6683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Servicios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C1E1E284-4819-91A2-CFF5-3DAF8E0E7FDE}"/>
              </a:ext>
            </a:extLst>
          </p:cNvPr>
          <p:cNvSpPr/>
          <p:nvPr/>
        </p:nvSpPr>
        <p:spPr>
          <a:xfrm>
            <a:off x="6748943" y="5844524"/>
            <a:ext cx="106826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Salir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71645146-7758-C109-ED66-5E6D50CA7982}"/>
              </a:ext>
            </a:extLst>
          </p:cNvPr>
          <p:cNvSpPr/>
          <p:nvPr/>
        </p:nvSpPr>
        <p:spPr>
          <a:xfrm>
            <a:off x="2179081" y="3234755"/>
            <a:ext cx="140353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Autos</a:t>
            </a:r>
          </a:p>
        </p:txBody>
      </p:sp>
      <p:pic>
        <p:nvPicPr>
          <p:cNvPr id="64" name="Imagen 63">
            <a:extLst>
              <a:ext uri="{FF2B5EF4-FFF2-40B4-BE49-F238E27FC236}">
                <a16:creationId xmlns:a16="http://schemas.microsoft.com/office/drawing/2014/main" id="{1C7DE488-AADE-D6DB-2B77-886630805B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76835" y="7931"/>
            <a:ext cx="815499" cy="883062"/>
          </a:xfrm>
          <a:prstGeom prst="rect">
            <a:avLst/>
          </a:prstGeom>
        </p:spPr>
      </p:pic>
      <p:sp>
        <p:nvSpPr>
          <p:cNvPr id="66" name="Rectángulo 65">
            <a:extLst>
              <a:ext uri="{FF2B5EF4-FFF2-40B4-BE49-F238E27FC236}">
                <a16:creationId xmlns:a16="http://schemas.microsoft.com/office/drawing/2014/main" id="{60426262-E988-CC31-6AB7-D7C1A5E3ADBD}"/>
              </a:ext>
            </a:extLst>
          </p:cNvPr>
          <p:cNvSpPr/>
          <p:nvPr/>
        </p:nvSpPr>
        <p:spPr>
          <a:xfrm>
            <a:off x="4103202" y="64741"/>
            <a:ext cx="34312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SERVITECA</a:t>
            </a:r>
            <a:endParaRPr lang="es-MX" sz="4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Imagen 1" descr="Mouse Click Png - Mouse Pointer Transparent, Png Download -  1602x2400(#847945) - PngFind">
            <a:extLst>
              <a:ext uri="{FF2B5EF4-FFF2-40B4-BE49-F238E27FC236}">
                <a16:creationId xmlns:a16="http://schemas.microsoft.com/office/drawing/2014/main" id="{CADC55C2-136C-BF27-1726-E4A487FA66C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5239" b="91757" l="3571" r="92024">
                        <a14:foregroundMark x1="7381" y1="46764" x2="7381" y2="46764"/>
                        <a14:foregroundMark x1="4167" y1="64561" x2="4167" y2="64561"/>
                        <a14:foregroundMark x1="50595" y1="91757" x2="50595" y2="91757"/>
                        <a14:foregroundMark x1="47024" y1="90062" x2="49405" y2="90755"/>
                        <a14:foregroundMark x1="92024" y1="64176" x2="92024" y2="64176"/>
                        <a14:foregroundMark x1="4167" y1="5393" x2="4167" y2="5393"/>
                        <a14:foregroundMark x1="3571" y1="5239" x2="3571" y2="52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66049" y="2266268"/>
            <a:ext cx="660155" cy="1020097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FA4E49A-520B-719A-3B54-F7B3FCA30015}"/>
              </a:ext>
            </a:extLst>
          </p:cNvPr>
          <p:cNvSpPr/>
          <p:nvPr/>
        </p:nvSpPr>
        <p:spPr>
          <a:xfrm>
            <a:off x="4841199" y="2128095"/>
            <a:ext cx="3855174" cy="2258723"/>
          </a:xfrm>
          <a:prstGeom prst="roundRect">
            <a:avLst/>
          </a:prstGeom>
          <a:solidFill>
            <a:srgbClr val="5AC13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BBE553B-659A-39D2-F6A6-315D3D424972}"/>
              </a:ext>
            </a:extLst>
          </p:cNvPr>
          <p:cNvSpPr/>
          <p:nvPr/>
        </p:nvSpPr>
        <p:spPr>
          <a:xfrm>
            <a:off x="5362294" y="2415612"/>
            <a:ext cx="1284024" cy="4652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Agregar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566AE0E-47B0-CDB3-34C2-A987751D33FE}"/>
              </a:ext>
            </a:extLst>
          </p:cNvPr>
          <p:cNvSpPr/>
          <p:nvPr/>
        </p:nvSpPr>
        <p:spPr>
          <a:xfrm>
            <a:off x="5327503" y="2980620"/>
            <a:ext cx="158531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Consultar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E13FB5C-9D97-2D82-82C7-EE3BE4475530}"/>
              </a:ext>
            </a:extLst>
          </p:cNvPr>
          <p:cNvSpPr/>
          <p:nvPr/>
        </p:nvSpPr>
        <p:spPr>
          <a:xfrm>
            <a:off x="5242043" y="3540340"/>
            <a:ext cx="1284024" cy="4652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Listar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3836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6F542-FF81-9885-C341-BC15D1114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F90E7F2-7927-637A-0655-E694CDE29E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5936" y="937316"/>
            <a:ext cx="10192214" cy="5729726"/>
          </a:xfrm>
          <a:prstGeom prst="rect">
            <a:avLst/>
          </a:prstGeom>
          <a:solidFill>
            <a:srgbClr val="2E7D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F40673C2-E4D5-9CBC-948D-03CA316EA30A}"/>
              </a:ext>
            </a:extLst>
          </p:cNvPr>
          <p:cNvGrpSpPr/>
          <p:nvPr/>
        </p:nvGrpSpPr>
        <p:grpSpPr>
          <a:xfrm>
            <a:off x="10380779" y="2266268"/>
            <a:ext cx="1806617" cy="4568097"/>
            <a:chOff x="10260098" y="1830688"/>
            <a:chExt cx="1806617" cy="4568097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5E7B364F-FF47-D6C4-1130-7341B682A041}"/>
                </a:ext>
              </a:extLst>
            </p:cNvPr>
            <p:cNvSpPr/>
            <p:nvPr/>
          </p:nvSpPr>
          <p:spPr>
            <a:xfrm>
              <a:off x="10345356" y="1830688"/>
              <a:ext cx="1721359" cy="4568097"/>
            </a:xfrm>
            <a:prstGeom prst="roundRect">
              <a:avLst/>
            </a:prstGeom>
            <a:solidFill>
              <a:srgbClr val="2E7D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5979581C-C44F-A429-E30A-36A654A7D378}"/>
                </a:ext>
              </a:extLst>
            </p:cNvPr>
            <p:cNvSpPr/>
            <p:nvPr/>
          </p:nvSpPr>
          <p:spPr>
            <a:xfrm>
              <a:off x="10345356" y="1967558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Accesibilidad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2" name="Imagen 21" descr="Braille - Iconos gratis de educación">
              <a:extLst>
                <a:ext uri="{FF2B5EF4-FFF2-40B4-BE49-F238E27FC236}">
                  <a16:creationId xmlns:a16="http://schemas.microsoft.com/office/drawing/2014/main" id="{1CCBD2E5-5990-7F7E-C36B-0FD5A5800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41367" y="5206289"/>
              <a:ext cx="929335" cy="929335"/>
            </a:xfrm>
            <a:prstGeom prst="rect">
              <a:avLst/>
            </a:prstGeom>
          </p:spPr>
        </p:pic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FBE9BF8D-E2F0-98E9-AD6A-2C0AFA933D30}"/>
                </a:ext>
              </a:extLst>
            </p:cNvPr>
            <p:cNvSpPr/>
            <p:nvPr/>
          </p:nvSpPr>
          <p:spPr>
            <a:xfrm>
              <a:off x="10302727" y="4797242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Braile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4" name="Imagen 23" descr="Translate Icon png images | PNGEgg">
              <a:extLst>
                <a:ext uri="{FF2B5EF4-FFF2-40B4-BE49-F238E27FC236}">
                  <a16:creationId xmlns:a16="http://schemas.microsoft.com/office/drawing/2014/main" id="{9FBB1AAF-CD97-48DF-51B0-212C16EE9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661201" y="2616704"/>
              <a:ext cx="1004410" cy="1004410"/>
            </a:xfrm>
            <a:prstGeom prst="rect">
              <a:avLst/>
            </a:prstGeom>
          </p:spPr>
        </p:pic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17AE9AB8-664F-3454-00A3-2AAB26110BA0}"/>
                </a:ext>
              </a:extLst>
            </p:cNvPr>
            <p:cNvSpPr/>
            <p:nvPr/>
          </p:nvSpPr>
          <p:spPr>
            <a:xfrm>
              <a:off x="10260098" y="2336890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Traductor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6" name="Imagen 25" descr="Text To Speech icon - Free Download PNG &amp; SVG | Streamline">
              <a:extLst>
                <a:ext uri="{FF2B5EF4-FFF2-40B4-BE49-F238E27FC236}">
                  <a16:creationId xmlns:a16="http://schemas.microsoft.com/office/drawing/2014/main" id="{CB74D3C8-02EF-69BE-85A7-4CE6596168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41367" y="3866388"/>
              <a:ext cx="939016" cy="939016"/>
            </a:xfrm>
            <a:prstGeom prst="rect">
              <a:avLst/>
            </a:prstGeom>
          </p:spPr>
        </p:pic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9B89E420-D63F-2BE5-E54B-A3FAC13D0734}"/>
                </a:ext>
              </a:extLst>
            </p:cNvPr>
            <p:cNvSpPr/>
            <p:nvPr/>
          </p:nvSpPr>
          <p:spPr>
            <a:xfrm>
              <a:off x="10302726" y="3559085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TTS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A6C26513-4416-7D1F-C3BD-08F27662DC99}"/>
              </a:ext>
            </a:extLst>
          </p:cNvPr>
          <p:cNvGrpSpPr/>
          <p:nvPr/>
        </p:nvGrpSpPr>
        <p:grpSpPr>
          <a:xfrm>
            <a:off x="724174" y="1935895"/>
            <a:ext cx="881496" cy="854132"/>
            <a:chOff x="1046730" y="2342249"/>
            <a:chExt cx="1136032" cy="1086752"/>
          </a:xfrm>
        </p:grpSpPr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9F028F49-848F-93CB-6DC1-65F4CF254D0B}"/>
                </a:ext>
              </a:extLst>
            </p:cNvPr>
            <p:cNvSpPr/>
            <p:nvPr/>
          </p:nvSpPr>
          <p:spPr>
            <a:xfrm>
              <a:off x="1046730" y="2342249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8" name="Imagen 7" descr="Client - Free people icons">
              <a:extLst>
                <a:ext uri="{FF2B5EF4-FFF2-40B4-BE49-F238E27FC236}">
                  <a16:creationId xmlns:a16="http://schemas.microsoft.com/office/drawing/2014/main" id="{C70D3C34-B9EF-149C-2C6A-A23C0DEF70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00849" y="2482350"/>
              <a:ext cx="827791" cy="827791"/>
            </a:xfrm>
            <a:prstGeom prst="rect">
              <a:avLst/>
            </a:prstGeom>
          </p:spPr>
        </p:pic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988D66C5-4337-7B4B-9075-DE81DA3A3160}"/>
              </a:ext>
            </a:extLst>
          </p:cNvPr>
          <p:cNvGrpSpPr/>
          <p:nvPr/>
        </p:nvGrpSpPr>
        <p:grpSpPr>
          <a:xfrm>
            <a:off x="675256" y="3061943"/>
            <a:ext cx="979329" cy="991957"/>
            <a:chOff x="983688" y="3632390"/>
            <a:chExt cx="1262114" cy="1262114"/>
          </a:xfrm>
        </p:grpSpPr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12134C5D-0A5E-1F13-1FBA-B6F979FFB96B}"/>
                </a:ext>
              </a:extLst>
            </p:cNvPr>
            <p:cNvSpPr/>
            <p:nvPr/>
          </p:nvSpPr>
          <p:spPr>
            <a:xfrm>
              <a:off x="1046730" y="3697702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32" name="Imagen 31" descr="Free Vectors | car icon">
              <a:extLst>
                <a:ext uri="{FF2B5EF4-FFF2-40B4-BE49-F238E27FC236}">
                  <a16:creationId xmlns:a16="http://schemas.microsoft.com/office/drawing/2014/main" id="{31DE917B-EC8B-FD04-D74A-82E6E2FF0F9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983688" y="3632390"/>
              <a:ext cx="1262114" cy="1262114"/>
            </a:xfrm>
            <a:prstGeom prst="rect">
              <a:avLst/>
            </a:prstGeom>
          </p:spPr>
        </p:pic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8DE045E0-3123-F2DC-B684-D43E9E12A281}"/>
              </a:ext>
            </a:extLst>
          </p:cNvPr>
          <p:cNvGrpSpPr/>
          <p:nvPr/>
        </p:nvGrpSpPr>
        <p:grpSpPr>
          <a:xfrm>
            <a:off x="738298" y="4325816"/>
            <a:ext cx="881496" cy="854132"/>
            <a:chOff x="1046730" y="5144823"/>
            <a:chExt cx="1136032" cy="1086752"/>
          </a:xfrm>
        </p:grpSpPr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C40D43F9-894E-4B03-A824-54C74DFA7365}"/>
                </a:ext>
              </a:extLst>
            </p:cNvPr>
            <p:cNvSpPr/>
            <p:nvPr/>
          </p:nvSpPr>
          <p:spPr>
            <a:xfrm>
              <a:off x="1046730" y="5144823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33" name="Imagen 32" descr="Services - Free industry icons">
              <a:extLst>
                <a:ext uri="{FF2B5EF4-FFF2-40B4-BE49-F238E27FC236}">
                  <a16:creationId xmlns:a16="http://schemas.microsoft.com/office/drawing/2014/main" id="{17B5ED1A-4652-5BB6-1946-3FBA4D645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00850" y="5285375"/>
              <a:ext cx="850420" cy="850420"/>
            </a:xfrm>
            <a:prstGeom prst="rect">
              <a:avLst/>
            </a:prstGeom>
          </p:spPr>
        </p:pic>
      </p:grp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3CC7434B-6032-A4A1-E0AA-D56AE002942B}"/>
              </a:ext>
            </a:extLst>
          </p:cNvPr>
          <p:cNvSpPr/>
          <p:nvPr/>
        </p:nvSpPr>
        <p:spPr>
          <a:xfrm>
            <a:off x="4173783" y="5760377"/>
            <a:ext cx="1068260" cy="870420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3" name="Imagen 42" descr="Help - Free interface icons">
            <a:extLst>
              <a:ext uri="{FF2B5EF4-FFF2-40B4-BE49-F238E27FC236}">
                <a16:creationId xmlns:a16="http://schemas.microsoft.com/office/drawing/2014/main" id="{972A315E-31E9-617F-7DD6-D123DCFE9F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7077" y="5844751"/>
            <a:ext cx="701672" cy="701672"/>
          </a:xfrm>
          <a:prstGeom prst="rect">
            <a:avLst/>
          </a:prstGeom>
        </p:spPr>
      </p:pic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88658D6B-5B37-8F2D-2F34-26C4B865F0BC}"/>
              </a:ext>
            </a:extLst>
          </p:cNvPr>
          <p:cNvSpPr/>
          <p:nvPr/>
        </p:nvSpPr>
        <p:spPr>
          <a:xfrm>
            <a:off x="5284672" y="5760377"/>
            <a:ext cx="1068260" cy="870420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2" name="Imagen 51" descr="Exit - Free signs icons">
            <a:extLst>
              <a:ext uri="{FF2B5EF4-FFF2-40B4-BE49-F238E27FC236}">
                <a16:creationId xmlns:a16="http://schemas.microsoft.com/office/drawing/2014/main" id="{DCB8F1C7-DC3F-52BF-87FA-D236033B71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63882" y="5891170"/>
            <a:ext cx="619144" cy="619144"/>
          </a:xfrm>
          <a:prstGeom prst="rect">
            <a:avLst/>
          </a:prstGeom>
        </p:spPr>
      </p:pic>
      <p:sp>
        <p:nvSpPr>
          <p:cNvPr id="54" name="Rectángulo 53">
            <a:extLst>
              <a:ext uri="{FF2B5EF4-FFF2-40B4-BE49-F238E27FC236}">
                <a16:creationId xmlns:a16="http://schemas.microsoft.com/office/drawing/2014/main" id="{1768DDF8-F540-3243-225F-86F09E2B1361}"/>
              </a:ext>
            </a:extLst>
          </p:cNvPr>
          <p:cNvSpPr/>
          <p:nvPr/>
        </p:nvSpPr>
        <p:spPr>
          <a:xfrm>
            <a:off x="2060116" y="2026852"/>
            <a:ext cx="164146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Cliente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A8835A5E-6B1A-D79B-B215-94AC4B831ADE}"/>
              </a:ext>
            </a:extLst>
          </p:cNvPr>
          <p:cNvSpPr/>
          <p:nvPr/>
        </p:nvSpPr>
        <p:spPr>
          <a:xfrm>
            <a:off x="2446262" y="5863122"/>
            <a:ext cx="1484341" cy="6649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Ayuda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8FC70D96-8069-445C-4B51-730B42094D58}"/>
              </a:ext>
            </a:extLst>
          </p:cNvPr>
          <p:cNvSpPr/>
          <p:nvPr/>
        </p:nvSpPr>
        <p:spPr>
          <a:xfrm>
            <a:off x="1869367" y="4418688"/>
            <a:ext cx="2022967" cy="6683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Servicios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F670D657-9021-7EBE-7118-F6AC2FD59613}"/>
              </a:ext>
            </a:extLst>
          </p:cNvPr>
          <p:cNvSpPr/>
          <p:nvPr/>
        </p:nvSpPr>
        <p:spPr>
          <a:xfrm>
            <a:off x="6748943" y="5844524"/>
            <a:ext cx="106826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Salir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1A703C57-F45E-A472-36A6-38B7F55DD6F5}"/>
              </a:ext>
            </a:extLst>
          </p:cNvPr>
          <p:cNvSpPr/>
          <p:nvPr/>
        </p:nvSpPr>
        <p:spPr>
          <a:xfrm>
            <a:off x="2179081" y="3234755"/>
            <a:ext cx="140353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Autos</a:t>
            </a:r>
          </a:p>
        </p:txBody>
      </p:sp>
      <p:pic>
        <p:nvPicPr>
          <p:cNvPr id="64" name="Imagen 63">
            <a:extLst>
              <a:ext uri="{FF2B5EF4-FFF2-40B4-BE49-F238E27FC236}">
                <a16:creationId xmlns:a16="http://schemas.microsoft.com/office/drawing/2014/main" id="{76185EDE-66D1-2F7E-FC1D-1BF97C2986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76835" y="7931"/>
            <a:ext cx="815499" cy="883062"/>
          </a:xfrm>
          <a:prstGeom prst="rect">
            <a:avLst/>
          </a:prstGeom>
        </p:spPr>
      </p:pic>
      <p:sp>
        <p:nvSpPr>
          <p:cNvPr id="66" name="Rectángulo 65">
            <a:extLst>
              <a:ext uri="{FF2B5EF4-FFF2-40B4-BE49-F238E27FC236}">
                <a16:creationId xmlns:a16="http://schemas.microsoft.com/office/drawing/2014/main" id="{9EA1634C-0902-F870-F0F2-803A16B89796}"/>
              </a:ext>
            </a:extLst>
          </p:cNvPr>
          <p:cNvSpPr/>
          <p:nvPr/>
        </p:nvSpPr>
        <p:spPr>
          <a:xfrm>
            <a:off x="4103202" y="64741"/>
            <a:ext cx="34312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SERVITECA</a:t>
            </a:r>
            <a:endParaRPr lang="es-MX" sz="4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4783F671-24A5-8EA0-FD71-FA8A0A8C7F9A}"/>
              </a:ext>
            </a:extLst>
          </p:cNvPr>
          <p:cNvSpPr/>
          <p:nvPr/>
        </p:nvSpPr>
        <p:spPr>
          <a:xfrm>
            <a:off x="4928907" y="2128093"/>
            <a:ext cx="3855174" cy="2258723"/>
          </a:xfrm>
          <a:prstGeom prst="roundRect">
            <a:avLst/>
          </a:prstGeom>
          <a:solidFill>
            <a:srgbClr val="5AC13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7A0953B-A943-3940-1B4E-A10140DC92F5}"/>
              </a:ext>
            </a:extLst>
          </p:cNvPr>
          <p:cNvSpPr/>
          <p:nvPr/>
        </p:nvSpPr>
        <p:spPr>
          <a:xfrm>
            <a:off x="5362294" y="2415612"/>
            <a:ext cx="1284024" cy="4652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Agregar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7788CCE-3A2C-B53D-4712-C68C1D67637C}"/>
              </a:ext>
            </a:extLst>
          </p:cNvPr>
          <p:cNvSpPr/>
          <p:nvPr/>
        </p:nvSpPr>
        <p:spPr>
          <a:xfrm>
            <a:off x="5327503" y="2980620"/>
            <a:ext cx="158531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Consultar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623FFDA-29EA-9469-C7F2-4E7287F3163D}"/>
              </a:ext>
            </a:extLst>
          </p:cNvPr>
          <p:cNvSpPr/>
          <p:nvPr/>
        </p:nvSpPr>
        <p:spPr>
          <a:xfrm>
            <a:off x="5242043" y="3540340"/>
            <a:ext cx="1284024" cy="4652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Listar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Imagen 1" descr="Mouse Click Png - Mouse Pointer Transparent, Png Download -  1602x2400(#847945) - PngFind">
            <a:extLst>
              <a:ext uri="{FF2B5EF4-FFF2-40B4-BE49-F238E27FC236}">
                <a16:creationId xmlns:a16="http://schemas.microsoft.com/office/drawing/2014/main" id="{4C213E74-D5DA-0349-88B0-EF8D4687F0A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5239" b="91757" l="3571" r="92024">
                        <a14:foregroundMark x1="7381" y1="46764" x2="7381" y2="46764"/>
                        <a14:foregroundMark x1="4167" y1="64561" x2="4167" y2="64561"/>
                        <a14:foregroundMark x1="50595" y1="91757" x2="50595" y2="91757"/>
                        <a14:foregroundMark x1="47024" y1="90062" x2="49405" y2="90755"/>
                        <a14:foregroundMark x1="92024" y1="64176" x2="92024" y2="64176"/>
                        <a14:foregroundMark x1="4167" y1="5393" x2="4167" y2="5393"/>
                        <a14:foregroundMark x1="3571" y1="5239" x2="3571" y2="52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17304" y="2587804"/>
            <a:ext cx="660155" cy="102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755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06081-CBBD-57EE-32F2-DB4CC3D39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563607F-28A9-4299-62ED-A44B5691C6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5936" y="937316"/>
            <a:ext cx="10192214" cy="5729726"/>
          </a:xfrm>
          <a:prstGeom prst="rect">
            <a:avLst/>
          </a:prstGeom>
          <a:solidFill>
            <a:srgbClr val="2E7D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06163C11-6204-E562-0A54-8DCF47DCA134}"/>
              </a:ext>
            </a:extLst>
          </p:cNvPr>
          <p:cNvGrpSpPr/>
          <p:nvPr/>
        </p:nvGrpSpPr>
        <p:grpSpPr>
          <a:xfrm>
            <a:off x="10380779" y="2266268"/>
            <a:ext cx="1806617" cy="4568097"/>
            <a:chOff x="10260098" y="1830688"/>
            <a:chExt cx="1806617" cy="4568097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3F32B1D6-6065-B523-6E35-6F49FEE0B404}"/>
                </a:ext>
              </a:extLst>
            </p:cNvPr>
            <p:cNvSpPr/>
            <p:nvPr/>
          </p:nvSpPr>
          <p:spPr>
            <a:xfrm>
              <a:off x="10345356" y="1830688"/>
              <a:ext cx="1721359" cy="4568097"/>
            </a:xfrm>
            <a:prstGeom prst="roundRect">
              <a:avLst/>
            </a:prstGeom>
            <a:solidFill>
              <a:srgbClr val="2E7D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31D68498-4D71-ADA4-D92F-D7A9E8234583}"/>
                </a:ext>
              </a:extLst>
            </p:cNvPr>
            <p:cNvSpPr/>
            <p:nvPr/>
          </p:nvSpPr>
          <p:spPr>
            <a:xfrm>
              <a:off x="10345356" y="1967558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Accesibilidad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2" name="Imagen 21" descr="Braille - Iconos gratis de educación">
              <a:extLst>
                <a:ext uri="{FF2B5EF4-FFF2-40B4-BE49-F238E27FC236}">
                  <a16:creationId xmlns:a16="http://schemas.microsoft.com/office/drawing/2014/main" id="{4CE84A9B-FCF5-415C-BB31-AD57C7B67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41367" y="5206289"/>
              <a:ext cx="929335" cy="929335"/>
            </a:xfrm>
            <a:prstGeom prst="rect">
              <a:avLst/>
            </a:prstGeom>
          </p:spPr>
        </p:pic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A85AB27D-FB66-304F-CBCB-2FEDF0B63A69}"/>
                </a:ext>
              </a:extLst>
            </p:cNvPr>
            <p:cNvSpPr/>
            <p:nvPr/>
          </p:nvSpPr>
          <p:spPr>
            <a:xfrm>
              <a:off x="10302727" y="4797242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Braile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4" name="Imagen 23" descr="Translate Icon png images | PNGEgg">
              <a:extLst>
                <a:ext uri="{FF2B5EF4-FFF2-40B4-BE49-F238E27FC236}">
                  <a16:creationId xmlns:a16="http://schemas.microsoft.com/office/drawing/2014/main" id="{58F5F29C-C959-0707-8687-D1F192FFB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661201" y="2616704"/>
              <a:ext cx="1004410" cy="1004410"/>
            </a:xfrm>
            <a:prstGeom prst="rect">
              <a:avLst/>
            </a:prstGeom>
          </p:spPr>
        </p:pic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3ED4A618-2E36-EC4E-72C8-F574C8A2F080}"/>
                </a:ext>
              </a:extLst>
            </p:cNvPr>
            <p:cNvSpPr/>
            <p:nvPr/>
          </p:nvSpPr>
          <p:spPr>
            <a:xfrm>
              <a:off x="10260098" y="2336890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Traductor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6" name="Imagen 25" descr="Text To Speech icon - Free Download PNG &amp; SVG | Streamline">
              <a:extLst>
                <a:ext uri="{FF2B5EF4-FFF2-40B4-BE49-F238E27FC236}">
                  <a16:creationId xmlns:a16="http://schemas.microsoft.com/office/drawing/2014/main" id="{FA8FD0B9-89EF-510B-7EE8-1D4FC04B3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41367" y="3866388"/>
              <a:ext cx="939016" cy="939016"/>
            </a:xfrm>
            <a:prstGeom prst="rect">
              <a:avLst/>
            </a:prstGeom>
          </p:spPr>
        </p:pic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92CB240C-44E4-F2FE-3E49-1EF3BB09C90B}"/>
                </a:ext>
              </a:extLst>
            </p:cNvPr>
            <p:cNvSpPr/>
            <p:nvPr/>
          </p:nvSpPr>
          <p:spPr>
            <a:xfrm>
              <a:off x="10302726" y="3559085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TTS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64" name="Imagen 63">
            <a:extLst>
              <a:ext uri="{FF2B5EF4-FFF2-40B4-BE49-F238E27FC236}">
                <a16:creationId xmlns:a16="http://schemas.microsoft.com/office/drawing/2014/main" id="{2B9D4871-A7B0-89FF-9A7D-D318BD664C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6835" y="7931"/>
            <a:ext cx="815499" cy="883062"/>
          </a:xfrm>
          <a:prstGeom prst="rect">
            <a:avLst/>
          </a:prstGeom>
        </p:spPr>
      </p:pic>
      <p:sp>
        <p:nvSpPr>
          <p:cNvPr id="66" name="Rectángulo 65">
            <a:extLst>
              <a:ext uri="{FF2B5EF4-FFF2-40B4-BE49-F238E27FC236}">
                <a16:creationId xmlns:a16="http://schemas.microsoft.com/office/drawing/2014/main" id="{4D601881-69E3-E379-30F2-E8A9943C010D}"/>
              </a:ext>
            </a:extLst>
          </p:cNvPr>
          <p:cNvSpPr/>
          <p:nvPr/>
        </p:nvSpPr>
        <p:spPr>
          <a:xfrm>
            <a:off x="4103202" y="64741"/>
            <a:ext cx="34312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SERVITECA</a:t>
            </a:r>
            <a:endParaRPr lang="es-MX" sz="4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FFB7B750-45D3-A908-A40E-2D8D49C6668B}"/>
              </a:ext>
            </a:extLst>
          </p:cNvPr>
          <p:cNvSpPr/>
          <p:nvPr/>
        </p:nvSpPr>
        <p:spPr>
          <a:xfrm>
            <a:off x="252558" y="1392720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880EA1C-BC6F-D732-34F9-DDCA7BA5733E}"/>
              </a:ext>
            </a:extLst>
          </p:cNvPr>
          <p:cNvSpPr/>
          <p:nvPr/>
        </p:nvSpPr>
        <p:spPr>
          <a:xfrm>
            <a:off x="-451656" y="965152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Identificacion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2DAE4732-F024-620E-870C-64E09FCCDCCD}"/>
              </a:ext>
            </a:extLst>
          </p:cNvPr>
          <p:cNvSpPr/>
          <p:nvPr/>
        </p:nvSpPr>
        <p:spPr>
          <a:xfrm>
            <a:off x="273933" y="2326461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55E247F-62F7-9362-F94F-BD647B652B34}"/>
              </a:ext>
            </a:extLst>
          </p:cNvPr>
          <p:cNvSpPr/>
          <p:nvPr/>
        </p:nvSpPr>
        <p:spPr>
          <a:xfrm>
            <a:off x="-451656" y="1887635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Nombres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F835ACDD-26B2-BA1C-40BE-01C34070B337}"/>
              </a:ext>
            </a:extLst>
          </p:cNvPr>
          <p:cNvSpPr/>
          <p:nvPr/>
        </p:nvSpPr>
        <p:spPr>
          <a:xfrm>
            <a:off x="202187" y="3427319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F57B6643-0687-D6AF-41D0-9AE5AA1AEEAB}"/>
              </a:ext>
            </a:extLst>
          </p:cNvPr>
          <p:cNvSpPr/>
          <p:nvPr/>
        </p:nvSpPr>
        <p:spPr>
          <a:xfrm>
            <a:off x="73002" y="2906160"/>
            <a:ext cx="257050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Apellidos</a:t>
            </a:r>
            <a:endParaRPr lang="es-MX" sz="4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37640AA9-B975-FED0-18BF-5462879873F7}"/>
              </a:ext>
            </a:extLst>
          </p:cNvPr>
          <p:cNvSpPr/>
          <p:nvPr/>
        </p:nvSpPr>
        <p:spPr>
          <a:xfrm>
            <a:off x="252557" y="4491011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2B6FA84A-0660-F4BA-E972-1BDA4ABF0B3E}"/>
              </a:ext>
            </a:extLst>
          </p:cNvPr>
          <p:cNvSpPr/>
          <p:nvPr/>
        </p:nvSpPr>
        <p:spPr>
          <a:xfrm>
            <a:off x="-585352" y="3981371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Correo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9DAEC05C-03B6-951C-6CDB-5CFB3EC3CCF1}"/>
              </a:ext>
            </a:extLst>
          </p:cNvPr>
          <p:cNvSpPr/>
          <p:nvPr/>
        </p:nvSpPr>
        <p:spPr>
          <a:xfrm>
            <a:off x="202187" y="5550765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dirty="0"/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B420E5EA-59CD-3532-1B4A-C6B1E26949D1}"/>
              </a:ext>
            </a:extLst>
          </p:cNvPr>
          <p:cNvSpPr/>
          <p:nvPr/>
        </p:nvSpPr>
        <p:spPr>
          <a:xfrm>
            <a:off x="-542992" y="5070710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Celular</a:t>
            </a:r>
          </a:p>
        </p:txBody>
      </p:sp>
      <p:pic>
        <p:nvPicPr>
          <p:cNvPr id="65" name="Imagen 64" descr="Save - Free ui icons">
            <a:extLst>
              <a:ext uri="{FF2B5EF4-FFF2-40B4-BE49-F238E27FC236}">
                <a16:creationId xmlns:a16="http://schemas.microsoft.com/office/drawing/2014/main" id="{697754DD-F7B4-B398-DA94-7B2190129D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6262" y="5753716"/>
            <a:ext cx="705640" cy="705640"/>
          </a:xfrm>
          <a:prstGeom prst="rect">
            <a:avLst/>
          </a:prstGeom>
        </p:spPr>
      </p:pic>
      <p:sp>
        <p:nvSpPr>
          <p:cNvPr id="68" name="Rectángulo 67">
            <a:extLst>
              <a:ext uri="{FF2B5EF4-FFF2-40B4-BE49-F238E27FC236}">
                <a16:creationId xmlns:a16="http://schemas.microsoft.com/office/drawing/2014/main" id="{6571A97D-E8F5-07A9-7D1D-D0B7B993AF1E}"/>
              </a:ext>
            </a:extLst>
          </p:cNvPr>
          <p:cNvSpPr/>
          <p:nvPr/>
        </p:nvSpPr>
        <p:spPr>
          <a:xfrm>
            <a:off x="7882125" y="5836206"/>
            <a:ext cx="150160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Guardar</a:t>
            </a:r>
          </a:p>
        </p:txBody>
      </p:sp>
      <p:pic>
        <p:nvPicPr>
          <p:cNvPr id="69" name="Imagen 68" descr="Return Icon Collection for Easy Customer Returns">
            <a:extLst>
              <a:ext uri="{FF2B5EF4-FFF2-40B4-BE49-F238E27FC236}">
                <a16:creationId xmlns:a16="http://schemas.microsoft.com/office/drawing/2014/main" id="{75FBFA12-CA06-F889-59B6-A5727DB2DA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63982" y="5641869"/>
            <a:ext cx="904999" cy="904999"/>
          </a:xfrm>
          <a:prstGeom prst="rect">
            <a:avLst/>
          </a:prstGeom>
        </p:spPr>
      </p:pic>
      <p:sp>
        <p:nvSpPr>
          <p:cNvPr id="71" name="Rectángulo 70">
            <a:extLst>
              <a:ext uri="{FF2B5EF4-FFF2-40B4-BE49-F238E27FC236}">
                <a16:creationId xmlns:a16="http://schemas.microsoft.com/office/drawing/2014/main" id="{A2DEF27C-BC46-18D9-93E5-1E84CCFE5B27}"/>
              </a:ext>
            </a:extLst>
          </p:cNvPr>
          <p:cNvSpPr/>
          <p:nvPr/>
        </p:nvSpPr>
        <p:spPr>
          <a:xfrm>
            <a:off x="5420666" y="5874119"/>
            <a:ext cx="166689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Regresar</a:t>
            </a:r>
          </a:p>
        </p:txBody>
      </p:sp>
    </p:spTree>
    <p:extLst>
      <p:ext uri="{BB962C8B-B14F-4D97-AF65-F5344CB8AC3E}">
        <p14:creationId xmlns:p14="http://schemas.microsoft.com/office/powerpoint/2010/main" val="2950709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E2F4A-7EE1-B543-96E0-59232B3B7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EE3C04B-4395-46C9-F34A-B67ADDDE4F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5936" y="937316"/>
            <a:ext cx="10192214" cy="5729726"/>
          </a:xfrm>
          <a:prstGeom prst="rect">
            <a:avLst/>
          </a:prstGeom>
          <a:solidFill>
            <a:srgbClr val="2E7D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7D6E759E-495B-536D-5D15-7D1E772159A0}"/>
              </a:ext>
            </a:extLst>
          </p:cNvPr>
          <p:cNvGrpSpPr/>
          <p:nvPr/>
        </p:nvGrpSpPr>
        <p:grpSpPr>
          <a:xfrm>
            <a:off x="10380779" y="2266268"/>
            <a:ext cx="1806617" cy="4568097"/>
            <a:chOff x="10260098" y="1830688"/>
            <a:chExt cx="1806617" cy="4568097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3E17AF01-B8A7-D1D0-BC84-BACF6F793862}"/>
                </a:ext>
              </a:extLst>
            </p:cNvPr>
            <p:cNvSpPr/>
            <p:nvPr/>
          </p:nvSpPr>
          <p:spPr>
            <a:xfrm>
              <a:off x="10345356" y="1830688"/>
              <a:ext cx="1721359" cy="4568097"/>
            </a:xfrm>
            <a:prstGeom prst="roundRect">
              <a:avLst/>
            </a:prstGeom>
            <a:solidFill>
              <a:srgbClr val="2E7D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F339F9B9-B413-E19F-3312-F9E87B4DDF81}"/>
                </a:ext>
              </a:extLst>
            </p:cNvPr>
            <p:cNvSpPr/>
            <p:nvPr/>
          </p:nvSpPr>
          <p:spPr>
            <a:xfrm>
              <a:off x="10345356" y="1967558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Accesibilidad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2" name="Imagen 21" descr="Braille - Iconos gratis de educación">
              <a:extLst>
                <a:ext uri="{FF2B5EF4-FFF2-40B4-BE49-F238E27FC236}">
                  <a16:creationId xmlns:a16="http://schemas.microsoft.com/office/drawing/2014/main" id="{5E6599D9-4242-1CB1-2A84-F13AE0C34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41367" y="5206289"/>
              <a:ext cx="929335" cy="929335"/>
            </a:xfrm>
            <a:prstGeom prst="rect">
              <a:avLst/>
            </a:prstGeom>
          </p:spPr>
        </p:pic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853DABDB-8EDA-C65D-8F81-9F1FC5EE6F7D}"/>
                </a:ext>
              </a:extLst>
            </p:cNvPr>
            <p:cNvSpPr/>
            <p:nvPr/>
          </p:nvSpPr>
          <p:spPr>
            <a:xfrm>
              <a:off x="10302727" y="4797242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Braile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4" name="Imagen 23" descr="Translate Icon png images | PNGEgg">
              <a:extLst>
                <a:ext uri="{FF2B5EF4-FFF2-40B4-BE49-F238E27FC236}">
                  <a16:creationId xmlns:a16="http://schemas.microsoft.com/office/drawing/2014/main" id="{8BB75DD8-4371-1844-8189-4D1FC389EC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661201" y="2616704"/>
              <a:ext cx="1004410" cy="1004410"/>
            </a:xfrm>
            <a:prstGeom prst="rect">
              <a:avLst/>
            </a:prstGeom>
          </p:spPr>
        </p:pic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194B13AC-662D-DAC4-9533-A8132D0BEA4E}"/>
                </a:ext>
              </a:extLst>
            </p:cNvPr>
            <p:cNvSpPr/>
            <p:nvPr/>
          </p:nvSpPr>
          <p:spPr>
            <a:xfrm>
              <a:off x="10260098" y="2336890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Traductor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6" name="Imagen 25" descr="Text To Speech icon - Free Download PNG &amp; SVG | Streamline">
              <a:extLst>
                <a:ext uri="{FF2B5EF4-FFF2-40B4-BE49-F238E27FC236}">
                  <a16:creationId xmlns:a16="http://schemas.microsoft.com/office/drawing/2014/main" id="{F08539AF-DC9C-F3AE-7076-50917DB225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41367" y="3866388"/>
              <a:ext cx="939016" cy="939016"/>
            </a:xfrm>
            <a:prstGeom prst="rect">
              <a:avLst/>
            </a:prstGeom>
          </p:spPr>
        </p:pic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09AEC1D4-1CEC-CB4D-0EF7-A3AEED5643B2}"/>
                </a:ext>
              </a:extLst>
            </p:cNvPr>
            <p:cNvSpPr/>
            <p:nvPr/>
          </p:nvSpPr>
          <p:spPr>
            <a:xfrm>
              <a:off x="10302726" y="3559085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TTS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64" name="Imagen 63">
            <a:extLst>
              <a:ext uri="{FF2B5EF4-FFF2-40B4-BE49-F238E27FC236}">
                <a16:creationId xmlns:a16="http://schemas.microsoft.com/office/drawing/2014/main" id="{514D72CC-7C4B-676C-04FD-5440BDF448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6835" y="7931"/>
            <a:ext cx="815499" cy="883062"/>
          </a:xfrm>
          <a:prstGeom prst="rect">
            <a:avLst/>
          </a:prstGeom>
        </p:spPr>
      </p:pic>
      <p:sp>
        <p:nvSpPr>
          <p:cNvPr id="66" name="Rectángulo 65">
            <a:extLst>
              <a:ext uri="{FF2B5EF4-FFF2-40B4-BE49-F238E27FC236}">
                <a16:creationId xmlns:a16="http://schemas.microsoft.com/office/drawing/2014/main" id="{C75B0E03-0703-7292-12A1-F55A572E4826}"/>
              </a:ext>
            </a:extLst>
          </p:cNvPr>
          <p:cNvSpPr/>
          <p:nvPr/>
        </p:nvSpPr>
        <p:spPr>
          <a:xfrm>
            <a:off x="4103202" y="64741"/>
            <a:ext cx="34312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SERVITECA</a:t>
            </a:r>
            <a:endParaRPr lang="es-MX" sz="4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45E5D9F-1416-79AA-35D4-833238D81A81}"/>
              </a:ext>
            </a:extLst>
          </p:cNvPr>
          <p:cNvSpPr/>
          <p:nvPr/>
        </p:nvSpPr>
        <p:spPr>
          <a:xfrm>
            <a:off x="252558" y="1392720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E90E7AC-AC0A-22F2-197F-4C10E80F1E6D}"/>
              </a:ext>
            </a:extLst>
          </p:cNvPr>
          <p:cNvSpPr/>
          <p:nvPr/>
        </p:nvSpPr>
        <p:spPr>
          <a:xfrm>
            <a:off x="-451656" y="965152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Identificacion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1840CE7B-5265-183E-C2C2-93C0DCB2EC94}"/>
              </a:ext>
            </a:extLst>
          </p:cNvPr>
          <p:cNvSpPr/>
          <p:nvPr/>
        </p:nvSpPr>
        <p:spPr>
          <a:xfrm>
            <a:off x="273933" y="2326461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AC785BD1-6E82-EB40-2A84-BC4C66230913}"/>
              </a:ext>
            </a:extLst>
          </p:cNvPr>
          <p:cNvSpPr/>
          <p:nvPr/>
        </p:nvSpPr>
        <p:spPr>
          <a:xfrm>
            <a:off x="-451656" y="1887635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Nombres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13623E16-6A78-8CC6-19EB-2980C11EB0D9}"/>
              </a:ext>
            </a:extLst>
          </p:cNvPr>
          <p:cNvSpPr/>
          <p:nvPr/>
        </p:nvSpPr>
        <p:spPr>
          <a:xfrm>
            <a:off x="202187" y="3427319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A76D1E78-4441-E145-0E46-A47F83642BF0}"/>
              </a:ext>
            </a:extLst>
          </p:cNvPr>
          <p:cNvSpPr/>
          <p:nvPr/>
        </p:nvSpPr>
        <p:spPr>
          <a:xfrm>
            <a:off x="73002" y="2906160"/>
            <a:ext cx="257050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Apellidos</a:t>
            </a:r>
            <a:endParaRPr lang="es-MX" sz="4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79D20D75-C696-6D87-5F10-46F710622100}"/>
              </a:ext>
            </a:extLst>
          </p:cNvPr>
          <p:cNvSpPr/>
          <p:nvPr/>
        </p:nvSpPr>
        <p:spPr>
          <a:xfrm>
            <a:off x="252557" y="4491011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EE1A0EF4-A95C-0E7B-6950-6824DA3DCD90}"/>
              </a:ext>
            </a:extLst>
          </p:cNvPr>
          <p:cNvSpPr/>
          <p:nvPr/>
        </p:nvSpPr>
        <p:spPr>
          <a:xfrm>
            <a:off x="-585352" y="3981371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Correo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0FEFD5A1-76F9-B7C5-B42B-E7229D45D2A3}"/>
              </a:ext>
            </a:extLst>
          </p:cNvPr>
          <p:cNvSpPr/>
          <p:nvPr/>
        </p:nvSpPr>
        <p:spPr>
          <a:xfrm>
            <a:off x="202187" y="5550765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dirty="0"/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F703A99C-1630-80C5-C1DA-F6C46C9C9446}"/>
              </a:ext>
            </a:extLst>
          </p:cNvPr>
          <p:cNvSpPr/>
          <p:nvPr/>
        </p:nvSpPr>
        <p:spPr>
          <a:xfrm>
            <a:off x="-542992" y="5070710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Celular</a:t>
            </a:r>
          </a:p>
        </p:txBody>
      </p:sp>
      <p:pic>
        <p:nvPicPr>
          <p:cNvPr id="65" name="Imagen 64" descr="Save - Free ui icons">
            <a:extLst>
              <a:ext uri="{FF2B5EF4-FFF2-40B4-BE49-F238E27FC236}">
                <a16:creationId xmlns:a16="http://schemas.microsoft.com/office/drawing/2014/main" id="{56C335D4-9745-DDCC-190C-90E5195801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6262" y="5753716"/>
            <a:ext cx="705640" cy="705640"/>
          </a:xfrm>
          <a:prstGeom prst="rect">
            <a:avLst/>
          </a:prstGeom>
        </p:spPr>
      </p:pic>
      <p:sp>
        <p:nvSpPr>
          <p:cNvPr id="68" name="Rectángulo 67">
            <a:extLst>
              <a:ext uri="{FF2B5EF4-FFF2-40B4-BE49-F238E27FC236}">
                <a16:creationId xmlns:a16="http://schemas.microsoft.com/office/drawing/2014/main" id="{51955CAB-5BA5-51F1-5906-9FACAEB90EF6}"/>
              </a:ext>
            </a:extLst>
          </p:cNvPr>
          <p:cNvSpPr/>
          <p:nvPr/>
        </p:nvSpPr>
        <p:spPr>
          <a:xfrm>
            <a:off x="7882125" y="5836206"/>
            <a:ext cx="150160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Guardar</a:t>
            </a:r>
          </a:p>
        </p:txBody>
      </p:sp>
      <p:pic>
        <p:nvPicPr>
          <p:cNvPr id="69" name="Imagen 68" descr="Return Icon Collection for Easy Customer Returns">
            <a:extLst>
              <a:ext uri="{FF2B5EF4-FFF2-40B4-BE49-F238E27FC236}">
                <a16:creationId xmlns:a16="http://schemas.microsoft.com/office/drawing/2014/main" id="{C8621DA3-FE8B-7543-016B-A9D75ADD0A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63982" y="5641869"/>
            <a:ext cx="904999" cy="904999"/>
          </a:xfrm>
          <a:prstGeom prst="rect">
            <a:avLst/>
          </a:prstGeom>
        </p:spPr>
      </p:pic>
      <p:sp>
        <p:nvSpPr>
          <p:cNvPr id="71" name="Rectángulo 70">
            <a:extLst>
              <a:ext uri="{FF2B5EF4-FFF2-40B4-BE49-F238E27FC236}">
                <a16:creationId xmlns:a16="http://schemas.microsoft.com/office/drawing/2014/main" id="{5F9CA24F-A9F4-94B1-2EF1-F8C5B1ABC226}"/>
              </a:ext>
            </a:extLst>
          </p:cNvPr>
          <p:cNvSpPr/>
          <p:nvPr/>
        </p:nvSpPr>
        <p:spPr>
          <a:xfrm>
            <a:off x="5420666" y="5874119"/>
            <a:ext cx="166689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Regresar</a:t>
            </a:r>
          </a:p>
        </p:txBody>
      </p:sp>
      <p:pic>
        <p:nvPicPr>
          <p:cNvPr id="3" name="Imagen 2" descr="Mouse Click Png - Mouse Pointer Transparent, Png Download -  1602x2400(#847945) - PngFind">
            <a:extLst>
              <a:ext uri="{FF2B5EF4-FFF2-40B4-BE49-F238E27FC236}">
                <a16:creationId xmlns:a16="http://schemas.microsoft.com/office/drawing/2014/main" id="{90BEF669-9378-5B02-9D16-4D7269F3F05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39" b="91757" l="3571" r="92024">
                        <a14:foregroundMark x1="7381" y1="46764" x2="7381" y2="46764"/>
                        <a14:foregroundMark x1="4167" y1="64561" x2="4167" y2="64561"/>
                        <a14:foregroundMark x1="50595" y1="91757" x2="50595" y2="91757"/>
                        <a14:foregroundMark x1="47024" y1="90062" x2="49405" y2="90755"/>
                        <a14:foregroundMark x1="92024" y1="64176" x2="92024" y2="64176"/>
                        <a14:foregroundMark x1="4167" y1="5393" x2="4167" y2="5393"/>
                        <a14:foregroundMark x1="3571" y1="5239" x2="3571" y2="52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94763" y="5861384"/>
            <a:ext cx="660155" cy="1020097"/>
          </a:xfrm>
          <a:prstGeom prst="rect">
            <a:avLst/>
          </a:prstGeom>
        </p:spPr>
      </p:pic>
      <p:grpSp>
        <p:nvGrpSpPr>
          <p:cNvPr id="12" name="Grupo 11">
            <a:extLst>
              <a:ext uri="{FF2B5EF4-FFF2-40B4-BE49-F238E27FC236}">
                <a16:creationId xmlns:a16="http://schemas.microsoft.com/office/drawing/2014/main" id="{479AFBB7-2FD2-F2D1-5593-CDE7C2AC7735}"/>
              </a:ext>
            </a:extLst>
          </p:cNvPr>
          <p:cNvGrpSpPr/>
          <p:nvPr/>
        </p:nvGrpSpPr>
        <p:grpSpPr>
          <a:xfrm>
            <a:off x="3286063" y="2046093"/>
            <a:ext cx="4940153" cy="2965436"/>
            <a:chOff x="3286063" y="2046093"/>
            <a:chExt cx="4940153" cy="2965436"/>
          </a:xfrm>
        </p:grpSpPr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B3152336-1115-F653-5C0F-7232F1743272}"/>
                </a:ext>
              </a:extLst>
            </p:cNvPr>
            <p:cNvSpPr/>
            <p:nvPr/>
          </p:nvSpPr>
          <p:spPr>
            <a:xfrm>
              <a:off x="3286063" y="2046093"/>
              <a:ext cx="4940153" cy="2965436"/>
            </a:xfrm>
            <a:prstGeom prst="roundRect">
              <a:avLst/>
            </a:prstGeom>
            <a:solidFill>
              <a:srgbClr val="5AC1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42096F2-BA5E-1DB0-59B4-4CC1CAB13C80}"/>
                </a:ext>
              </a:extLst>
            </p:cNvPr>
            <p:cNvSpPr/>
            <p:nvPr/>
          </p:nvSpPr>
          <p:spPr>
            <a:xfrm>
              <a:off x="4330158" y="2371944"/>
              <a:ext cx="285196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sz="44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¡ERROR</a:t>
              </a:r>
              <a:r>
                <a:rPr lang="es-MX" sz="36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!</a:t>
              </a:r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C736C030-97AE-540F-A598-0754F8E3B4D4}"/>
                </a:ext>
              </a:extLst>
            </p:cNvPr>
            <p:cNvSpPr/>
            <p:nvPr/>
          </p:nvSpPr>
          <p:spPr>
            <a:xfrm>
              <a:off x="4115260" y="3162387"/>
              <a:ext cx="3407084" cy="138499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sz="28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No ha llenado ninguno de los espacios en blanco!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1309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EE97A-36F8-45D7-E277-939BB42C4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91D5404-E24E-54B0-4BD5-B2BBFA7246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5936" y="937316"/>
            <a:ext cx="10192214" cy="5729726"/>
          </a:xfrm>
          <a:prstGeom prst="rect">
            <a:avLst/>
          </a:prstGeom>
          <a:solidFill>
            <a:srgbClr val="2E7D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0715053B-506B-352B-AB7B-B3E50B8D238F}"/>
              </a:ext>
            </a:extLst>
          </p:cNvPr>
          <p:cNvGrpSpPr/>
          <p:nvPr/>
        </p:nvGrpSpPr>
        <p:grpSpPr>
          <a:xfrm>
            <a:off x="10380779" y="2266268"/>
            <a:ext cx="1806617" cy="4568097"/>
            <a:chOff x="10260098" y="1830688"/>
            <a:chExt cx="1806617" cy="4568097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68D9692A-99F3-146D-540E-E10764182BF1}"/>
                </a:ext>
              </a:extLst>
            </p:cNvPr>
            <p:cNvSpPr/>
            <p:nvPr/>
          </p:nvSpPr>
          <p:spPr>
            <a:xfrm>
              <a:off x="10345356" y="1830688"/>
              <a:ext cx="1721359" cy="4568097"/>
            </a:xfrm>
            <a:prstGeom prst="roundRect">
              <a:avLst/>
            </a:prstGeom>
            <a:solidFill>
              <a:srgbClr val="2E7D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F40EFB0A-B927-C56F-C122-D21D0AACBBBB}"/>
                </a:ext>
              </a:extLst>
            </p:cNvPr>
            <p:cNvSpPr/>
            <p:nvPr/>
          </p:nvSpPr>
          <p:spPr>
            <a:xfrm>
              <a:off x="10345356" y="1967558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Accesibilidad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2" name="Imagen 21" descr="Braille - Iconos gratis de educación">
              <a:extLst>
                <a:ext uri="{FF2B5EF4-FFF2-40B4-BE49-F238E27FC236}">
                  <a16:creationId xmlns:a16="http://schemas.microsoft.com/office/drawing/2014/main" id="{BCA90112-85AE-8EA4-8CBA-B5B477168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41367" y="5206289"/>
              <a:ext cx="929335" cy="929335"/>
            </a:xfrm>
            <a:prstGeom prst="rect">
              <a:avLst/>
            </a:prstGeom>
          </p:spPr>
        </p:pic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3E38E27F-538B-0A2D-C700-1600AC214E8B}"/>
                </a:ext>
              </a:extLst>
            </p:cNvPr>
            <p:cNvSpPr/>
            <p:nvPr/>
          </p:nvSpPr>
          <p:spPr>
            <a:xfrm>
              <a:off x="10302727" y="4797242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Braile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4" name="Imagen 23" descr="Translate Icon png images | PNGEgg">
              <a:extLst>
                <a:ext uri="{FF2B5EF4-FFF2-40B4-BE49-F238E27FC236}">
                  <a16:creationId xmlns:a16="http://schemas.microsoft.com/office/drawing/2014/main" id="{9438969C-EA5C-064F-6657-BAA61CB446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661201" y="2616704"/>
              <a:ext cx="1004410" cy="1004410"/>
            </a:xfrm>
            <a:prstGeom prst="rect">
              <a:avLst/>
            </a:prstGeom>
          </p:spPr>
        </p:pic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1543577C-651B-436F-2CD7-68DA8FBAD56C}"/>
                </a:ext>
              </a:extLst>
            </p:cNvPr>
            <p:cNvSpPr/>
            <p:nvPr/>
          </p:nvSpPr>
          <p:spPr>
            <a:xfrm>
              <a:off x="10260098" y="2336890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Traductor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6" name="Imagen 25" descr="Text To Speech icon - Free Download PNG &amp; SVG | Streamline">
              <a:extLst>
                <a:ext uri="{FF2B5EF4-FFF2-40B4-BE49-F238E27FC236}">
                  <a16:creationId xmlns:a16="http://schemas.microsoft.com/office/drawing/2014/main" id="{9241D946-9D53-3D2D-2168-7CA32237DF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41367" y="3866388"/>
              <a:ext cx="939016" cy="939016"/>
            </a:xfrm>
            <a:prstGeom prst="rect">
              <a:avLst/>
            </a:prstGeom>
          </p:spPr>
        </p:pic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EDFDFE2C-56E2-1A5F-3E92-B5CAE9D8EE61}"/>
                </a:ext>
              </a:extLst>
            </p:cNvPr>
            <p:cNvSpPr/>
            <p:nvPr/>
          </p:nvSpPr>
          <p:spPr>
            <a:xfrm>
              <a:off x="10302726" y="3559085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TTS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72A0976D-70E9-97F2-02C5-6941A261E46D}"/>
              </a:ext>
            </a:extLst>
          </p:cNvPr>
          <p:cNvGrpSpPr/>
          <p:nvPr/>
        </p:nvGrpSpPr>
        <p:grpSpPr>
          <a:xfrm>
            <a:off x="724174" y="1935895"/>
            <a:ext cx="881496" cy="854132"/>
            <a:chOff x="1046730" y="2342249"/>
            <a:chExt cx="1136032" cy="1086752"/>
          </a:xfrm>
        </p:grpSpPr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0715F300-B6B3-8C9F-AD82-455A72A607C1}"/>
                </a:ext>
              </a:extLst>
            </p:cNvPr>
            <p:cNvSpPr/>
            <p:nvPr/>
          </p:nvSpPr>
          <p:spPr>
            <a:xfrm>
              <a:off x="1046730" y="2342249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8" name="Imagen 7" descr="Client - Free people icons">
              <a:extLst>
                <a:ext uri="{FF2B5EF4-FFF2-40B4-BE49-F238E27FC236}">
                  <a16:creationId xmlns:a16="http://schemas.microsoft.com/office/drawing/2014/main" id="{BAEA97CA-7363-D723-8887-2EDA69519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00849" y="2482350"/>
              <a:ext cx="827791" cy="827791"/>
            </a:xfrm>
            <a:prstGeom prst="rect">
              <a:avLst/>
            </a:prstGeom>
          </p:spPr>
        </p:pic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EF43FBC3-8B8B-5B78-8063-B161F7CABB89}"/>
              </a:ext>
            </a:extLst>
          </p:cNvPr>
          <p:cNvGrpSpPr/>
          <p:nvPr/>
        </p:nvGrpSpPr>
        <p:grpSpPr>
          <a:xfrm>
            <a:off x="675256" y="3061943"/>
            <a:ext cx="979329" cy="991957"/>
            <a:chOff x="983688" y="3632390"/>
            <a:chExt cx="1262114" cy="1262114"/>
          </a:xfrm>
        </p:grpSpPr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411405CC-4F8D-A7D8-7418-8807B891B73A}"/>
                </a:ext>
              </a:extLst>
            </p:cNvPr>
            <p:cNvSpPr/>
            <p:nvPr/>
          </p:nvSpPr>
          <p:spPr>
            <a:xfrm>
              <a:off x="1046730" y="3697702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32" name="Imagen 31" descr="Free Vectors | car icon">
              <a:extLst>
                <a:ext uri="{FF2B5EF4-FFF2-40B4-BE49-F238E27FC236}">
                  <a16:creationId xmlns:a16="http://schemas.microsoft.com/office/drawing/2014/main" id="{178038CE-A1D3-6673-4013-A73C84841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983688" y="3632390"/>
              <a:ext cx="1262114" cy="1262114"/>
            </a:xfrm>
            <a:prstGeom prst="rect">
              <a:avLst/>
            </a:prstGeom>
          </p:spPr>
        </p:pic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C9B1FA74-ED81-04C7-AB56-E295C5462E33}"/>
              </a:ext>
            </a:extLst>
          </p:cNvPr>
          <p:cNvGrpSpPr/>
          <p:nvPr/>
        </p:nvGrpSpPr>
        <p:grpSpPr>
          <a:xfrm>
            <a:off x="738298" y="4325816"/>
            <a:ext cx="881496" cy="854132"/>
            <a:chOff x="1046730" y="5144823"/>
            <a:chExt cx="1136032" cy="1086752"/>
          </a:xfrm>
        </p:grpSpPr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63F01A5C-2751-39F0-DB7E-C5E04F5C50ED}"/>
                </a:ext>
              </a:extLst>
            </p:cNvPr>
            <p:cNvSpPr/>
            <p:nvPr/>
          </p:nvSpPr>
          <p:spPr>
            <a:xfrm>
              <a:off x="1046730" y="5144823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33" name="Imagen 32" descr="Services - Free industry icons">
              <a:extLst>
                <a:ext uri="{FF2B5EF4-FFF2-40B4-BE49-F238E27FC236}">
                  <a16:creationId xmlns:a16="http://schemas.microsoft.com/office/drawing/2014/main" id="{8D10EB75-167B-BA3F-6878-89B60D8D3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00850" y="5285375"/>
              <a:ext cx="850420" cy="850420"/>
            </a:xfrm>
            <a:prstGeom prst="rect">
              <a:avLst/>
            </a:prstGeom>
          </p:spPr>
        </p:pic>
      </p:grp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B892CD20-2F8A-31C5-C0D1-D2C69CAD48D1}"/>
              </a:ext>
            </a:extLst>
          </p:cNvPr>
          <p:cNvSpPr/>
          <p:nvPr/>
        </p:nvSpPr>
        <p:spPr>
          <a:xfrm>
            <a:off x="4173783" y="5760377"/>
            <a:ext cx="1068260" cy="870420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3" name="Imagen 42" descr="Help - Free interface icons">
            <a:extLst>
              <a:ext uri="{FF2B5EF4-FFF2-40B4-BE49-F238E27FC236}">
                <a16:creationId xmlns:a16="http://schemas.microsoft.com/office/drawing/2014/main" id="{82C29CE5-0D69-7FD3-3D2A-A9777B9F84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7077" y="5844751"/>
            <a:ext cx="701672" cy="701672"/>
          </a:xfrm>
          <a:prstGeom prst="rect">
            <a:avLst/>
          </a:prstGeom>
        </p:spPr>
      </p:pic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60AD5864-70C6-A69F-E1B3-7898E993DCD5}"/>
              </a:ext>
            </a:extLst>
          </p:cNvPr>
          <p:cNvSpPr/>
          <p:nvPr/>
        </p:nvSpPr>
        <p:spPr>
          <a:xfrm>
            <a:off x="5284672" y="5760377"/>
            <a:ext cx="1068260" cy="870420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2" name="Imagen 51" descr="Exit - Free signs icons">
            <a:extLst>
              <a:ext uri="{FF2B5EF4-FFF2-40B4-BE49-F238E27FC236}">
                <a16:creationId xmlns:a16="http://schemas.microsoft.com/office/drawing/2014/main" id="{DBE6CB0E-A683-15F8-4381-9A0CC0CF18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63882" y="5891170"/>
            <a:ext cx="619144" cy="619144"/>
          </a:xfrm>
          <a:prstGeom prst="rect">
            <a:avLst/>
          </a:prstGeom>
        </p:spPr>
      </p:pic>
      <p:sp>
        <p:nvSpPr>
          <p:cNvPr id="54" name="Rectángulo 53">
            <a:extLst>
              <a:ext uri="{FF2B5EF4-FFF2-40B4-BE49-F238E27FC236}">
                <a16:creationId xmlns:a16="http://schemas.microsoft.com/office/drawing/2014/main" id="{769EF312-00D4-B4F4-BCF1-6B95A362EAA0}"/>
              </a:ext>
            </a:extLst>
          </p:cNvPr>
          <p:cNvSpPr/>
          <p:nvPr/>
        </p:nvSpPr>
        <p:spPr>
          <a:xfrm>
            <a:off x="2060116" y="2026852"/>
            <a:ext cx="164146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Cliente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75DB7051-47B3-27EB-75BB-0FEEFA2276CB}"/>
              </a:ext>
            </a:extLst>
          </p:cNvPr>
          <p:cNvSpPr/>
          <p:nvPr/>
        </p:nvSpPr>
        <p:spPr>
          <a:xfrm>
            <a:off x="2446262" y="5863122"/>
            <a:ext cx="1484341" cy="6649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Ayuda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51624DF4-E7CB-08AF-C13F-6821317A3D7E}"/>
              </a:ext>
            </a:extLst>
          </p:cNvPr>
          <p:cNvSpPr/>
          <p:nvPr/>
        </p:nvSpPr>
        <p:spPr>
          <a:xfrm>
            <a:off x="1869367" y="4418688"/>
            <a:ext cx="2022967" cy="6683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Servicios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CB4F4A4E-EC11-D921-4027-5C461DAA79E5}"/>
              </a:ext>
            </a:extLst>
          </p:cNvPr>
          <p:cNvSpPr/>
          <p:nvPr/>
        </p:nvSpPr>
        <p:spPr>
          <a:xfrm>
            <a:off x="6748943" y="5844524"/>
            <a:ext cx="106826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Salir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2A8E91F6-DA2C-796A-73D7-BA3CDD3B54ED}"/>
              </a:ext>
            </a:extLst>
          </p:cNvPr>
          <p:cNvSpPr/>
          <p:nvPr/>
        </p:nvSpPr>
        <p:spPr>
          <a:xfrm>
            <a:off x="2179081" y="3234755"/>
            <a:ext cx="140353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Autos</a:t>
            </a:r>
          </a:p>
        </p:txBody>
      </p:sp>
      <p:pic>
        <p:nvPicPr>
          <p:cNvPr id="64" name="Imagen 63">
            <a:extLst>
              <a:ext uri="{FF2B5EF4-FFF2-40B4-BE49-F238E27FC236}">
                <a16:creationId xmlns:a16="http://schemas.microsoft.com/office/drawing/2014/main" id="{D05198EB-DA08-A601-784F-7D00556BC57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76835" y="7931"/>
            <a:ext cx="815499" cy="883062"/>
          </a:xfrm>
          <a:prstGeom prst="rect">
            <a:avLst/>
          </a:prstGeom>
        </p:spPr>
      </p:pic>
      <p:sp>
        <p:nvSpPr>
          <p:cNvPr id="66" name="Rectángulo 65">
            <a:extLst>
              <a:ext uri="{FF2B5EF4-FFF2-40B4-BE49-F238E27FC236}">
                <a16:creationId xmlns:a16="http://schemas.microsoft.com/office/drawing/2014/main" id="{9D25E6BA-1774-D275-C87D-ED36911568F3}"/>
              </a:ext>
            </a:extLst>
          </p:cNvPr>
          <p:cNvSpPr/>
          <p:nvPr/>
        </p:nvSpPr>
        <p:spPr>
          <a:xfrm>
            <a:off x="4103202" y="64741"/>
            <a:ext cx="34312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SERVITECA</a:t>
            </a:r>
            <a:endParaRPr lang="es-MX" sz="4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C3FF941F-9BF4-9596-1C90-9BE82BA6E347}"/>
              </a:ext>
            </a:extLst>
          </p:cNvPr>
          <p:cNvSpPr/>
          <p:nvPr/>
        </p:nvSpPr>
        <p:spPr>
          <a:xfrm>
            <a:off x="4928907" y="2128093"/>
            <a:ext cx="3855174" cy="2258723"/>
          </a:xfrm>
          <a:prstGeom prst="roundRect">
            <a:avLst/>
          </a:prstGeom>
          <a:solidFill>
            <a:srgbClr val="5AC13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F291F7E-2F66-A755-E598-07B9E7472AEC}"/>
              </a:ext>
            </a:extLst>
          </p:cNvPr>
          <p:cNvSpPr/>
          <p:nvPr/>
        </p:nvSpPr>
        <p:spPr>
          <a:xfrm>
            <a:off x="5362294" y="2415612"/>
            <a:ext cx="1284024" cy="4652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Agregar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84E16AA-3B27-4A9D-DB78-B1F37C8139F5}"/>
              </a:ext>
            </a:extLst>
          </p:cNvPr>
          <p:cNvSpPr/>
          <p:nvPr/>
        </p:nvSpPr>
        <p:spPr>
          <a:xfrm>
            <a:off x="5327503" y="2980620"/>
            <a:ext cx="158531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Consultar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0E435C5-FCEB-8BAF-D697-61E6C79A4A6A}"/>
              </a:ext>
            </a:extLst>
          </p:cNvPr>
          <p:cNvSpPr/>
          <p:nvPr/>
        </p:nvSpPr>
        <p:spPr>
          <a:xfrm>
            <a:off x="5242043" y="3540340"/>
            <a:ext cx="1284024" cy="4652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Listar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Imagen 1" descr="Mouse Click Png - Mouse Pointer Transparent, Png Download -  1602x2400(#847945) - PngFind">
            <a:extLst>
              <a:ext uri="{FF2B5EF4-FFF2-40B4-BE49-F238E27FC236}">
                <a16:creationId xmlns:a16="http://schemas.microsoft.com/office/drawing/2014/main" id="{8387E1BB-37BF-5307-EE1B-48252F45E73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5239" b="91757" l="3571" r="92024">
                        <a14:foregroundMark x1="7381" y1="46764" x2="7381" y2="46764"/>
                        <a14:foregroundMark x1="4167" y1="64561" x2="4167" y2="64561"/>
                        <a14:foregroundMark x1="50595" y1="91757" x2="50595" y2="91757"/>
                        <a14:foregroundMark x1="47024" y1="90062" x2="49405" y2="90755"/>
                        <a14:foregroundMark x1="92024" y1="64176" x2="92024" y2="64176"/>
                        <a14:foregroundMark x1="4167" y1="5393" x2="4167" y2="5393"/>
                        <a14:foregroundMark x1="3571" y1="5239" x2="3571" y2="52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64508" y="3099657"/>
            <a:ext cx="660155" cy="102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408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A88A5-BA29-BA29-06A5-7B0DA28DC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D303CA1-65F1-4F1D-0796-DBDA016F18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5936" y="937316"/>
            <a:ext cx="10192214" cy="5729726"/>
          </a:xfrm>
          <a:prstGeom prst="rect">
            <a:avLst/>
          </a:prstGeom>
          <a:solidFill>
            <a:srgbClr val="2E7D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6D892020-97E7-C214-0B9A-0F9B4178734D}"/>
              </a:ext>
            </a:extLst>
          </p:cNvPr>
          <p:cNvGrpSpPr/>
          <p:nvPr/>
        </p:nvGrpSpPr>
        <p:grpSpPr>
          <a:xfrm>
            <a:off x="10380779" y="2266268"/>
            <a:ext cx="1806617" cy="4568097"/>
            <a:chOff x="10260098" y="1830688"/>
            <a:chExt cx="1806617" cy="4568097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148EBA54-6496-4866-C792-886737EAD033}"/>
                </a:ext>
              </a:extLst>
            </p:cNvPr>
            <p:cNvSpPr/>
            <p:nvPr/>
          </p:nvSpPr>
          <p:spPr>
            <a:xfrm>
              <a:off x="10345356" y="1830688"/>
              <a:ext cx="1721359" cy="4568097"/>
            </a:xfrm>
            <a:prstGeom prst="roundRect">
              <a:avLst/>
            </a:prstGeom>
            <a:solidFill>
              <a:srgbClr val="2E7D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347ECBEA-F0DD-EEA1-E851-D140B7451A86}"/>
                </a:ext>
              </a:extLst>
            </p:cNvPr>
            <p:cNvSpPr/>
            <p:nvPr/>
          </p:nvSpPr>
          <p:spPr>
            <a:xfrm>
              <a:off x="10345356" y="1967558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Accesibilidad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2" name="Imagen 21" descr="Braille - Iconos gratis de educación">
              <a:extLst>
                <a:ext uri="{FF2B5EF4-FFF2-40B4-BE49-F238E27FC236}">
                  <a16:creationId xmlns:a16="http://schemas.microsoft.com/office/drawing/2014/main" id="{71E82A54-B595-3DC8-5F07-39EECAEEF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41367" y="5206289"/>
              <a:ext cx="929335" cy="929335"/>
            </a:xfrm>
            <a:prstGeom prst="rect">
              <a:avLst/>
            </a:prstGeom>
          </p:spPr>
        </p:pic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05BB40B0-B014-55C2-8C64-F202D29513A7}"/>
                </a:ext>
              </a:extLst>
            </p:cNvPr>
            <p:cNvSpPr/>
            <p:nvPr/>
          </p:nvSpPr>
          <p:spPr>
            <a:xfrm>
              <a:off x="10302727" y="4797242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Braile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4" name="Imagen 23" descr="Translate Icon png images | PNGEgg">
              <a:extLst>
                <a:ext uri="{FF2B5EF4-FFF2-40B4-BE49-F238E27FC236}">
                  <a16:creationId xmlns:a16="http://schemas.microsoft.com/office/drawing/2014/main" id="{052FE240-B4F0-09F1-C0CA-BAE347EFF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661201" y="2616704"/>
              <a:ext cx="1004410" cy="1004410"/>
            </a:xfrm>
            <a:prstGeom prst="rect">
              <a:avLst/>
            </a:prstGeom>
          </p:spPr>
        </p:pic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0B193CE3-968C-BC64-871A-6DFDB5C265FA}"/>
                </a:ext>
              </a:extLst>
            </p:cNvPr>
            <p:cNvSpPr/>
            <p:nvPr/>
          </p:nvSpPr>
          <p:spPr>
            <a:xfrm>
              <a:off x="10260098" y="2336890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Traductor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6" name="Imagen 25" descr="Text To Speech icon - Free Download PNG &amp; SVG | Streamline">
              <a:extLst>
                <a:ext uri="{FF2B5EF4-FFF2-40B4-BE49-F238E27FC236}">
                  <a16:creationId xmlns:a16="http://schemas.microsoft.com/office/drawing/2014/main" id="{AAB56BB5-D4C0-F4E7-C184-B18B817B5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41367" y="3866388"/>
              <a:ext cx="939016" cy="939016"/>
            </a:xfrm>
            <a:prstGeom prst="rect">
              <a:avLst/>
            </a:prstGeom>
          </p:spPr>
        </p:pic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20817BC1-38E1-2D41-0462-965F77249411}"/>
                </a:ext>
              </a:extLst>
            </p:cNvPr>
            <p:cNvSpPr/>
            <p:nvPr/>
          </p:nvSpPr>
          <p:spPr>
            <a:xfrm>
              <a:off x="10302726" y="3559085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TTS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64" name="Imagen 63">
            <a:extLst>
              <a:ext uri="{FF2B5EF4-FFF2-40B4-BE49-F238E27FC236}">
                <a16:creationId xmlns:a16="http://schemas.microsoft.com/office/drawing/2014/main" id="{0B406FC6-57DF-FBE8-00EB-00E8706F16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6835" y="7931"/>
            <a:ext cx="815499" cy="883062"/>
          </a:xfrm>
          <a:prstGeom prst="rect">
            <a:avLst/>
          </a:prstGeom>
        </p:spPr>
      </p:pic>
      <p:sp>
        <p:nvSpPr>
          <p:cNvPr id="66" name="Rectángulo 65">
            <a:extLst>
              <a:ext uri="{FF2B5EF4-FFF2-40B4-BE49-F238E27FC236}">
                <a16:creationId xmlns:a16="http://schemas.microsoft.com/office/drawing/2014/main" id="{934489F2-2ED9-5886-921D-9FB8A16AC09A}"/>
              </a:ext>
            </a:extLst>
          </p:cNvPr>
          <p:cNvSpPr/>
          <p:nvPr/>
        </p:nvSpPr>
        <p:spPr>
          <a:xfrm>
            <a:off x="4103202" y="64741"/>
            <a:ext cx="34312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SERVITECA</a:t>
            </a:r>
            <a:endParaRPr lang="es-MX" sz="4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07FAE8A-11BA-F650-EFD1-67A75DB66433}"/>
              </a:ext>
            </a:extLst>
          </p:cNvPr>
          <p:cNvSpPr/>
          <p:nvPr/>
        </p:nvSpPr>
        <p:spPr>
          <a:xfrm>
            <a:off x="252558" y="1392720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2EA7C78-A1A0-9675-10DA-5F0483F9AF64}"/>
              </a:ext>
            </a:extLst>
          </p:cNvPr>
          <p:cNvSpPr/>
          <p:nvPr/>
        </p:nvSpPr>
        <p:spPr>
          <a:xfrm>
            <a:off x="-323547" y="1938237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Nombre 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6BE68896-E7C5-7A39-2ADC-6300161F4501}"/>
              </a:ext>
            </a:extLst>
          </p:cNvPr>
          <p:cNvSpPr/>
          <p:nvPr/>
        </p:nvSpPr>
        <p:spPr>
          <a:xfrm>
            <a:off x="202186" y="2393681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DEA6B6DC-8FEB-E09E-C527-1C3EA9A23B17}"/>
              </a:ext>
            </a:extLst>
          </p:cNvPr>
          <p:cNvSpPr/>
          <p:nvPr/>
        </p:nvSpPr>
        <p:spPr>
          <a:xfrm>
            <a:off x="-169506" y="2936476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Placa del carro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59EBECCC-9A80-A0DB-F4EF-C2C702D08D97}"/>
              </a:ext>
            </a:extLst>
          </p:cNvPr>
          <p:cNvSpPr/>
          <p:nvPr/>
        </p:nvSpPr>
        <p:spPr>
          <a:xfrm>
            <a:off x="202187" y="3427319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C0292D3C-1101-27A4-222A-685CCB153455}"/>
              </a:ext>
            </a:extLst>
          </p:cNvPr>
          <p:cNvSpPr/>
          <p:nvPr/>
        </p:nvSpPr>
        <p:spPr>
          <a:xfrm>
            <a:off x="114805" y="3932183"/>
            <a:ext cx="318147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Servicio prestado</a:t>
            </a:r>
            <a:endParaRPr lang="es-MX" sz="4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18C6E3BB-3013-E13B-94CC-65A2EA4CD1CE}"/>
              </a:ext>
            </a:extLst>
          </p:cNvPr>
          <p:cNvSpPr/>
          <p:nvPr/>
        </p:nvSpPr>
        <p:spPr>
          <a:xfrm>
            <a:off x="252557" y="4491011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93285B57-FC80-2430-6E2B-B405782C5AFE}"/>
              </a:ext>
            </a:extLst>
          </p:cNvPr>
          <p:cNvSpPr/>
          <p:nvPr/>
        </p:nvSpPr>
        <p:spPr>
          <a:xfrm>
            <a:off x="-92654" y="5044720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Fecha del Servi</a:t>
            </a:r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cio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0835846B-513D-67FD-DA1D-BA9AC26C447B}"/>
              </a:ext>
            </a:extLst>
          </p:cNvPr>
          <p:cNvSpPr/>
          <p:nvPr/>
        </p:nvSpPr>
        <p:spPr>
          <a:xfrm>
            <a:off x="202187" y="5550765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dirty="0"/>
          </a:p>
        </p:txBody>
      </p:sp>
      <p:pic>
        <p:nvPicPr>
          <p:cNvPr id="69" name="Imagen 68" descr="Return Icon Collection for Easy Customer Returns">
            <a:extLst>
              <a:ext uri="{FF2B5EF4-FFF2-40B4-BE49-F238E27FC236}">
                <a16:creationId xmlns:a16="http://schemas.microsoft.com/office/drawing/2014/main" id="{60BAC526-B39F-CCE0-47FA-E96CF11BBE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38416" y="5627788"/>
            <a:ext cx="904999" cy="904999"/>
          </a:xfrm>
          <a:prstGeom prst="rect">
            <a:avLst/>
          </a:prstGeom>
        </p:spPr>
      </p:pic>
      <p:sp>
        <p:nvSpPr>
          <p:cNvPr id="71" name="Rectángulo 70">
            <a:extLst>
              <a:ext uri="{FF2B5EF4-FFF2-40B4-BE49-F238E27FC236}">
                <a16:creationId xmlns:a16="http://schemas.microsoft.com/office/drawing/2014/main" id="{A922C28B-3247-89FC-0D4E-62AB0E059B21}"/>
              </a:ext>
            </a:extLst>
          </p:cNvPr>
          <p:cNvSpPr/>
          <p:nvPr/>
        </p:nvSpPr>
        <p:spPr>
          <a:xfrm>
            <a:off x="7595100" y="5860038"/>
            <a:ext cx="166689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Regresar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CCC3118-96BE-3DF0-61E3-2BA8AE7B3A17}"/>
              </a:ext>
            </a:extLst>
          </p:cNvPr>
          <p:cNvSpPr/>
          <p:nvPr/>
        </p:nvSpPr>
        <p:spPr>
          <a:xfrm>
            <a:off x="-323548" y="962642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Identificacion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019EC36-5B1F-23DD-2213-A8B63B77DA0B}"/>
              </a:ext>
            </a:extLst>
          </p:cNvPr>
          <p:cNvSpPr/>
          <p:nvPr/>
        </p:nvSpPr>
        <p:spPr>
          <a:xfrm>
            <a:off x="5559015" y="1975355"/>
            <a:ext cx="3619827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Ingrese la identificación 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6417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17182-0E53-3C94-DFDC-5BFB78D9B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2FB62C2-F08F-717D-23B2-677FF8238B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5936" y="937316"/>
            <a:ext cx="10192214" cy="5729726"/>
          </a:xfrm>
          <a:prstGeom prst="rect">
            <a:avLst/>
          </a:prstGeom>
          <a:solidFill>
            <a:srgbClr val="2E7D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EC09F0AD-A14E-156E-59AE-98B1A05BF44C}"/>
              </a:ext>
            </a:extLst>
          </p:cNvPr>
          <p:cNvGrpSpPr/>
          <p:nvPr/>
        </p:nvGrpSpPr>
        <p:grpSpPr>
          <a:xfrm>
            <a:off x="10380779" y="2266268"/>
            <a:ext cx="1806617" cy="4568097"/>
            <a:chOff x="10260098" y="1830688"/>
            <a:chExt cx="1806617" cy="4568097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08132B11-8C34-3479-35AF-AB8FF1C3C553}"/>
                </a:ext>
              </a:extLst>
            </p:cNvPr>
            <p:cNvSpPr/>
            <p:nvPr/>
          </p:nvSpPr>
          <p:spPr>
            <a:xfrm>
              <a:off x="10345356" y="1830688"/>
              <a:ext cx="1721359" cy="4568097"/>
            </a:xfrm>
            <a:prstGeom prst="roundRect">
              <a:avLst/>
            </a:prstGeom>
            <a:solidFill>
              <a:srgbClr val="2E7D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0A75D94D-5346-10A7-5018-A4237230E735}"/>
                </a:ext>
              </a:extLst>
            </p:cNvPr>
            <p:cNvSpPr/>
            <p:nvPr/>
          </p:nvSpPr>
          <p:spPr>
            <a:xfrm>
              <a:off x="10345356" y="1967558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Accesibilidad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2" name="Imagen 21" descr="Braille - Iconos gratis de educación">
              <a:extLst>
                <a:ext uri="{FF2B5EF4-FFF2-40B4-BE49-F238E27FC236}">
                  <a16:creationId xmlns:a16="http://schemas.microsoft.com/office/drawing/2014/main" id="{62A2F55C-D65D-F616-0B20-76F3F096A5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41367" y="5206289"/>
              <a:ext cx="929335" cy="929335"/>
            </a:xfrm>
            <a:prstGeom prst="rect">
              <a:avLst/>
            </a:prstGeom>
          </p:spPr>
        </p:pic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768E98B4-14B6-8B4C-9127-92CD75EB8457}"/>
                </a:ext>
              </a:extLst>
            </p:cNvPr>
            <p:cNvSpPr/>
            <p:nvPr/>
          </p:nvSpPr>
          <p:spPr>
            <a:xfrm>
              <a:off x="10302727" y="4797242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Braile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4" name="Imagen 23" descr="Translate Icon png images | PNGEgg">
              <a:extLst>
                <a:ext uri="{FF2B5EF4-FFF2-40B4-BE49-F238E27FC236}">
                  <a16:creationId xmlns:a16="http://schemas.microsoft.com/office/drawing/2014/main" id="{86261E3A-CC1D-D8B1-51C1-B27E0D115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661201" y="2616704"/>
              <a:ext cx="1004410" cy="1004410"/>
            </a:xfrm>
            <a:prstGeom prst="rect">
              <a:avLst/>
            </a:prstGeom>
          </p:spPr>
        </p:pic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800C31A4-A42A-94D6-90B6-809A85B80C23}"/>
                </a:ext>
              </a:extLst>
            </p:cNvPr>
            <p:cNvSpPr/>
            <p:nvPr/>
          </p:nvSpPr>
          <p:spPr>
            <a:xfrm>
              <a:off x="10260098" y="2336890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Traductor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6" name="Imagen 25" descr="Text To Speech icon - Free Download PNG &amp; SVG | Streamline">
              <a:extLst>
                <a:ext uri="{FF2B5EF4-FFF2-40B4-BE49-F238E27FC236}">
                  <a16:creationId xmlns:a16="http://schemas.microsoft.com/office/drawing/2014/main" id="{C4C0C644-65E7-42F0-721F-69DA4E2B2B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41367" y="3866388"/>
              <a:ext cx="939016" cy="939016"/>
            </a:xfrm>
            <a:prstGeom prst="rect">
              <a:avLst/>
            </a:prstGeom>
          </p:spPr>
        </p:pic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08728591-DB96-48AD-29AF-1899AEC401D4}"/>
                </a:ext>
              </a:extLst>
            </p:cNvPr>
            <p:cNvSpPr/>
            <p:nvPr/>
          </p:nvSpPr>
          <p:spPr>
            <a:xfrm>
              <a:off x="10302726" y="3559085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TTS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64" name="Imagen 63">
            <a:extLst>
              <a:ext uri="{FF2B5EF4-FFF2-40B4-BE49-F238E27FC236}">
                <a16:creationId xmlns:a16="http://schemas.microsoft.com/office/drawing/2014/main" id="{A624FB50-3165-E097-F8AE-5C816EC7D7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6835" y="7931"/>
            <a:ext cx="815499" cy="883062"/>
          </a:xfrm>
          <a:prstGeom prst="rect">
            <a:avLst/>
          </a:prstGeom>
        </p:spPr>
      </p:pic>
      <p:sp>
        <p:nvSpPr>
          <p:cNvPr id="66" name="Rectángulo 65">
            <a:extLst>
              <a:ext uri="{FF2B5EF4-FFF2-40B4-BE49-F238E27FC236}">
                <a16:creationId xmlns:a16="http://schemas.microsoft.com/office/drawing/2014/main" id="{730A24AA-54B5-8266-3A44-7EDEE12BB5E7}"/>
              </a:ext>
            </a:extLst>
          </p:cNvPr>
          <p:cNvSpPr/>
          <p:nvPr/>
        </p:nvSpPr>
        <p:spPr>
          <a:xfrm>
            <a:off x="4103202" y="64741"/>
            <a:ext cx="34312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SERVITECA</a:t>
            </a:r>
            <a:endParaRPr lang="es-MX" sz="4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6C316859-1605-6677-BB9A-711F17E386B3}"/>
              </a:ext>
            </a:extLst>
          </p:cNvPr>
          <p:cNvSpPr/>
          <p:nvPr/>
        </p:nvSpPr>
        <p:spPr>
          <a:xfrm>
            <a:off x="252558" y="1392720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706D51C-800D-3DA5-7AF2-1956E719B7C8}"/>
              </a:ext>
            </a:extLst>
          </p:cNvPr>
          <p:cNvSpPr/>
          <p:nvPr/>
        </p:nvSpPr>
        <p:spPr>
          <a:xfrm>
            <a:off x="-323547" y="1938237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Nombre 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044A5494-61CF-48A7-E3C0-3EE5A63A4EBC}"/>
              </a:ext>
            </a:extLst>
          </p:cNvPr>
          <p:cNvSpPr/>
          <p:nvPr/>
        </p:nvSpPr>
        <p:spPr>
          <a:xfrm>
            <a:off x="202186" y="2393681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8D05B9A-9FFB-F36D-1DDA-F071A85DC278}"/>
              </a:ext>
            </a:extLst>
          </p:cNvPr>
          <p:cNvSpPr/>
          <p:nvPr/>
        </p:nvSpPr>
        <p:spPr>
          <a:xfrm>
            <a:off x="-169506" y="2936476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Placa del carro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DBA941A8-E964-76CD-7724-0BA2FCE04A1C}"/>
              </a:ext>
            </a:extLst>
          </p:cNvPr>
          <p:cNvSpPr/>
          <p:nvPr/>
        </p:nvSpPr>
        <p:spPr>
          <a:xfrm>
            <a:off x="202187" y="3427319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7BC10455-D370-32E4-EA4D-61F30FDA135E}"/>
              </a:ext>
            </a:extLst>
          </p:cNvPr>
          <p:cNvSpPr/>
          <p:nvPr/>
        </p:nvSpPr>
        <p:spPr>
          <a:xfrm>
            <a:off x="114805" y="3932183"/>
            <a:ext cx="318147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Servicio prestado</a:t>
            </a:r>
            <a:endParaRPr lang="es-MX" sz="4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21B21C58-85A0-D4E5-F44E-A0A0B98F7163}"/>
              </a:ext>
            </a:extLst>
          </p:cNvPr>
          <p:cNvSpPr/>
          <p:nvPr/>
        </p:nvSpPr>
        <p:spPr>
          <a:xfrm>
            <a:off x="252557" y="4491011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E2142CF0-BDC9-BB51-37EB-018CDBA44F14}"/>
              </a:ext>
            </a:extLst>
          </p:cNvPr>
          <p:cNvSpPr/>
          <p:nvPr/>
        </p:nvSpPr>
        <p:spPr>
          <a:xfrm>
            <a:off x="-92654" y="5044720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Fecha del Servi</a:t>
            </a:r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cio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136033D1-395C-4B31-3FD6-75A86CF6226A}"/>
              </a:ext>
            </a:extLst>
          </p:cNvPr>
          <p:cNvSpPr/>
          <p:nvPr/>
        </p:nvSpPr>
        <p:spPr>
          <a:xfrm>
            <a:off x="202187" y="5550765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dirty="0"/>
          </a:p>
        </p:txBody>
      </p:sp>
      <p:pic>
        <p:nvPicPr>
          <p:cNvPr id="69" name="Imagen 68" descr="Return Icon Collection for Easy Customer Returns">
            <a:extLst>
              <a:ext uri="{FF2B5EF4-FFF2-40B4-BE49-F238E27FC236}">
                <a16:creationId xmlns:a16="http://schemas.microsoft.com/office/drawing/2014/main" id="{6B8FB9A7-0B77-7869-D6E4-0417CEBE4B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38416" y="5626446"/>
            <a:ext cx="904999" cy="904999"/>
          </a:xfrm>
          <a:prstGeom prst="rect">
            <a:avLst/>
          </a:prstGeom>
        </p:spPr>
      </p:pic>
      <p:sp>
        <p:nvSpPr>
          <p:cNvPr id="71" name="Rectángulo 70">
            <a:extLst>
              <a:ext uri="{FF2B5EF4-FFF2-40B4-BE49-F238E27FC236}">
                <a16:creationId xmlns:a16="http://schemas.microsoft.com/office/drawing/2014/main" id="{6DC06D4C-E292-98FE-5798-DA3FF0AADA22}"/>
              </a:ext>
            </a:extLst>
          </p:cNvPr>
          <p:cNvSpPr/>
          <p:nvPr/>
        </p:nvSpPr>
        <p:spPr>
          <a:xfrm>
            <a:off x="7595100" y="5858696"/>
            <a:ext cx="166689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Regresar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C9D5DBB-BC06-8B83-CF15-3196C6B963B4}"/>
              </a:ext>
            </a:extLst>
          </p:cNvPr>
          <p:cNvSpPr/>
          <p:nvPr/>
        </p:nvSpPr>
        <p:spPr>
          <a:xfrm>
            <a:off x="-323548" y="962642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Identificacion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E05AA0F-B6DB-F2A5-6D89-6B4C500C3501}"/>
              </a:ext>
            </a:extLst>
          </p:cNvPr>
          <p:cNvSpPr/>
          <p:nvPr/>
        </p:nvSpPr>
        <p:spPr>
          <a:xfrm>
            <a:off x="5559015" y="1975355"/>
            <a:ext cx="3619827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Ingrese la identificación 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47BBDC90-8353-F972-FC63-33BA26DECCE9}"/>
              </a:ext>
            </a:extLst>
          </p:cNvPr>
          <p:cNvGrpSpPr/>
          <p:nvPr/>
        </p:nvGrpSpPr>
        <p:grpSpPr>
          <a:xfrm>
            <a:off x="3286063" y="2046093"/>
            <a:ext cx="4940153" cy="2965436"/>
            <a:chOff x="3286063" y="2046093"/>
            <a:chExt cx="4940153" cy="2965436"/>
          </a:xfrm>
        </p:grpSpPr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3A75EAF7-64BF-FB0E-8655-C76C46792368}"/>
                </a:ext>
              </a:extLst>
            </p:cNvPr>
            <p:cNvSpPr/>
            <p:nvPr/>
          </p:nvSpPr>
          <p:spPr>
            <a:xfrm>
              <a:off x="3286063" y="2046093"/>
              <a:ext cx="4940153" cy="2965436"/>
            </a:xfrm>
            <a:prstGeom prst="roundRect">
              <a:avLst/>
            </a:prstGeom>
            <a:solidFill>
              <a:srgbClr val="5AC1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A90B5813-62DB-5FF6-9CC6-AA101463B736}"/>
                </a:ext>
              </a:extLst>
            </p:cNvPr>
            <p:cNvSpPr/>
            <p:nvPr/>
          </p:nvSpPr>
          <p:spPr>
            <a:xfrm>
              <a:off x="4009514" y="2419007"/>
              <a:ext cx="3407084" cy="224676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sz="28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No se han encontrado ningún servicio o carro asociado a esta identificación</a:t>
              </a:r>
            </a:p>
          </p:txBody>
        </p:sp>
      </p:grp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89BCAFC-81E0-E7C2-65F7-82C3AE10B6EA}"/>
              </a:ext>
            </a:extLst>
          </p:cNvPr>
          <p:cNvSpPr/>
          <p:nvPr/>
        </p:nvSpPr>
        <p:spPr>
          <a:xfrm>
            <a:off x="-28446" y="1439118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10101010101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29244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157D8-9467-DD6B-AB3C-BEBF01764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2C3FD9F-D826-227E-7066-AA9116BD18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5936" y="937316"/>
            <a:ext cx="10192214" cy="5729726"/>
          </a:xfrm>
          <a:prstGeom prst="rect">
            <a:avLst/>
          </a:prstGeom>
          <a:solidFill>
            <a:srgbClr val="2E7D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CAC5EAB4-61EE-4A79-99C3-208C6FF79A57}"/>
              </a:ext>
            </a:extLst>
          </p:cNvPr>
          <p:cNvGrpSpPr/>
          <p:nvPr/>
        </p:nvGrpSpPr>
        <p:grpSpPr>
          <a:xfrm>
            <a:off x="10380779" y="2266268"/>
            <a:ext cx="1806617" cy="4568097"/>
            <a:chOff x="10260098" y="1830688"/>
            <a:chExt cx="1806617" cy="4568097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3D988EBC-2919-986A-3CDB-10E3733A375A}"/>
                </a:ext>
              </a:extLst>
            </p:cNvPr>
            <p:cNvSpPr/>
            <p:nvPr/>
          </p:nvSpPr>
          <p:spPr>
            <a:xfrm>
              <a:off x="10345356" y="1830688"/>
              <a:ext cx="1721359" cy="4568097"/>
            </a:xfrm>
            <a:prstGeom prst="roundRect">
              <a:avLst/>
            </a:prstGeom>
            <a:solidFill>
              <a:srgbClr val="2E7D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4BABE282-2624-F146-290A-4473F82C4459}"/>
                </a:ext>
              </a:extLst>
            </p:cNvPr>
            <p:cNvSpPr/>
            <p:nvPr/>
          </p:nvSpPr>
          <p:spPr>
            <a:xfrm>
              <a:off x="10345356" y="1967558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Accesibilidad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2" name="Imagen 21" descr="Braille - Iconos gratis de educación">
              <a:extLst>
                <a:ext uri="{FF2B5EF4-FFF2-40B4-BE49-F238E27FC236}">
                  <a16:creationId xmlns:a16="http://schemas.microsoft.com/office/drawing/2014/main" id="{BD68FC91-E8BF-2775-C16F-3B2FE870FF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41367" y="5206289"/>
              <a:ext cx="929335" cy="929335"/>
            </a:xfrm>
            <a:prstGeom prst="rect">
              <a:avLst/>
            </a:prstGeom>
          </p:spPr>
        </p:pic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81867659-76FB-696E-8D60-2C168C3A9529}"/>
                </a:ext>
              </a:extLst>
            </p:cNvPr>
            <p:cNvSpPr/>
            <p:nvPr/>
          </p:nvSpPr>
          <p:spPr>
            <a:xfrm>
              <a:off x="10302727" y="4797242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Braile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4" name="Imagen 23" descr="Translate Icon png images | PNGEgg">
              <a:extLst>
                <a:ext uri="{FF2B5EF4-FFF2-40B4-BE49-F238E27FC236}">
                  <a16:creationId xmlns:a16="http://schemas.microsoft.com/office/drawing/2014/main" id="{E6F41575-7C04-4145-3326-BE83547A4F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661201" y="2616704"/>
              <a:ext cx="1004410" cy="1004410"/>
            </a:xfrm>
            <a:prstGeom prst="rect">
              <a:avLst/>
            </a:prstGeom>
          </p:spPr>
        </p:pic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B7E88167-83B4-5682-468A-3FE05CA5A79E}"/>
                </a:ext>
              </a:extLst>
            </p:cNvPr>
            <p:cNvSpPr/>
            <p:nvPr/>
          </p:nvSpPr>
          <p:spPr>
            <a:xfrm>
              <a:off x="10260098" y="2336890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Traductor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6" name="Imagen 25" descr="Text To Speech icon - Free Download PNG &amp; SVG | Streamline">
              <a:extLst>
                <a:ext uri="{FF2B5EF4-FFF2-40B4-BE49-F238E27FC236}">
                  <a16:creationId xmlns:a16="http://schemas.microsoft.com/office/drawing/2014/main" id="{70EA20E2-C6F8-1DBC-7E73-F6AF93007D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41367" y="3866388"/>
              <a:ext cx="939016" cy="939016"/>
            </a:xfrm>
            <a:prstGeom prst="rect">
              <a:avLst/>
            </a:prstGeom>
          </p:spPr>
        </p:pic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B7F949AD-E7C8-D237-7973-295219D9483C}"/>
                </a:ext>
              </a:extLst>
            </p:cNvPr>
            <p:cNvSpPr/>
            <p:nvPr/>
          </p:nvSpPr>
          <p:spPr>
            <a:xfrm>
              <a:off x="10302726" y="3559085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TTS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5813906C-7E5B-499D-4FD0-AD91FF2B68D5}"/>
              </a:ext>
            </a:extLst>
          </p:cNvPr>
          <p:cNvGrpSpPr/>
          <p:nvPr/>
        </p:nvGrpSpPr>
        <p:grpSpPr>
          <a:xfrm>
            <a:off x="724174" y="1935895"/>
            <a:ext cx="881496" cy="854132"/>
            <a:chOff x="1046730" y="2342249"/>
            <a:chExt cx="1136032" cy="1086752"/>
          </a:xfrm>
        </p:grpSpPr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C4F7B253-2118-84EC-25F3-C4801D58EC53}"/>
                </a:ext>
              </a:extLst>
            </p:cNvPr>
            <p:cNvSpPr/>
            <p:nvPr/>
          </p:nvSpPr>
          <p:spPr>
            <a:xfrm>
              <a:off x="1046730" y="2342249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8" name="Imagen 7" descr="Client - Free people icons">
              <a:extLst>
                <a:ext uri="{FF2B5EF4-FFF2-40B4-BE49-F238E27FC236}">
                  <a16:creationId xmlns:a16="http://schemas.microsoft.com/office/drawing/2014/main" id="{0E198DC4-11D9-6497-27C3-4DBA07268E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00849" y="2482350"/>
              <a:ext cx="827791" cy="827791"/>
            </a:xfrm>
            <a:prstGeom prst="rect">
              <a:avLst/>
            </a:prstGeom>
          </p:spPr>
        </p:pic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BDF068B0-A497-8DC9-94CB-BF51E0CDB202}"/>
              </a:ext>
            </a:extLst>
          </p:cNvPr>
          <p:cNvGrpSpPr/>
          <p:nvPr/>
        </p:nvGrpSpPr>
        <p:grpSpPr>
          <a:xfrm>
            <a:off x="675256" y="3061943"/>
            <a:ext cx="979329" cy="991957"/>
            <a:chOff x="983688" y="3632390"/>
            <a:chExt cx="1262114" cy="1262114"/>
          </a:xfrm>
        </p:grpSpPr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1834B3F4-CDA5-0F4D-B5E5-8DDB538B7B18}"/>
                </a:ext>
              </a:extLst>
            </p:cNvPr>
            <p:cNvSpPr/>
            <p:nvPr/>
          </p:nvSpPr>
          <p:spPr>
            <a:xfrm>
              <a:off x="1046730" y="3697702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32" name="Imagen 31" descr="Free Vectors | car icon">
              <a:extLst>
                <a:ext uri="{FF2B5EF4-FFF2-40B4-BE49-F238E27FC236}">
                  <a16:creationId xmlns:a16="http://schemas.microsoft.com/office/drawing/2014/main" id="{81D025F2-0084-1D2F-C3F3-66DF2EC7B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983688" y="3632390"/>
              <a:ext cx="1262114" cy="1262114"/>
            </a:xfrm>
            <a:prstGeom prst="rect">
              <a:avLst/>
            </a:prstGeom>
          </p:spPr>
        </p:pic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9D2AE634-6470-CB3D-DC28-3CCCEC181635}"/>
              </a:ext>
            </a:extLst>
          </p:cNvPr>
          <p:cNvGrpSpPr/>
          <p:nvPr/>
        </p:nvGrpSpPr>
        <p:grpSpPr>
          <a:xfrm>
            <a:off x="738298" y="4325816"/>
            <a:ext cx="881496" cy="854132"/>
            <a:chOff x="1046730" y="5144823"/>
            <a:chExt cx="1136032" cy="1086752"/>
          </a:xfrm>
        </p:grpSpPr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787DCA84-7ACF-FBED-107B-DB24E0DEDFD3}"/>
                </a:ext>
              </a:extLst>
            </p:cNvPr>
            <p:cNvSpPr/>
            <p:nvPr/>
          </p:nvSpPr>
          <p:spPr>
            <a:xfrm>
              <a:off x="1046730" y="5144823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33" name="Imagen 32" descr="Services - Free industry icons">
              <a:extLst>
                <a:ext uri="{FF2B5EF4-FFF2-40B4-BE49-F238E27FC236}">
                  <a16:creationId xmlns:a16="http://schemas.microsoft.com/office/drawing/2014/main" id="{2BAD918A-DCB1-330B-EBC5-E80A2936FA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00850" y="5285375"/>
              <a:ext cx="850420" cy="850420"/>
            </a:xfrm>
            <a:prstGeom prst="rect">
              <a:avLst/>
            </a:prstGeom>
          </p:spPr>
        </p:pic>
      </p:grp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3F34C214-8371-F3A2-8B43-7629E302ED26}"/>
              </a:ext>
            </a:extLst>
          </p:cNvPr>
          <p:cNvSpPr/>
          <p:nvPr/>
        </p:nvSpPr>
        <p:spPr>
          <a:xfrm>
            <a:off x="4173783" y="5760377"/>
            <a:ext cx="1068260" cy="870420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3" name="Imagen 42" descr="Help - Free interface icons">
            <a:extLst>
              <a:ext uri="{FF2B5EF4-FFF2-40B4-BE49-F238E27FC236}">
                <a16:creationId xmlns:a16="http://schemas.microsoft.com/office/drawing/2014/main" id="{2C075159-CE71-7EE1-FC51-24E03C6957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7077" y="5844751"/>
            <a:ext cx="701672" cy="701672"/>
          </a:xfrm>
          <a:prstGeom prst="rect">
            <a:avLst/>
          </a:prstGeom>
        </p:spPr>
      </p:pic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25D0259D-F60B-1304-73CE-FF0B862D544F}"/>
              </a:ext>
            </a:extLst>
          </p:cNvPr>
          <p:cNvSpPr/>
          <p:nvPr/>
        </p:nvSpPr>
        <p:spPr>
          <a:xfrm>
            <a:off x="5284672" y="5760377"/>
            <a:ext cx="1068260" cy="870420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2" name="Imagen 51" descr="Exit - Free signs icons">
            <a:extLst>
              <a:ext uri="{FF2B5EF4-FFF2-40B4-BE49-F238E27FC236}">
                <a16:creationId xmlns:a16="http://schemas.microsoft.com/office/drawing/2014/main" id="{E2642E4C-8729-5B3D-C1AE-5F4D6B8314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63882" y="5891170"/>
            <a:ext cx="619144" cy="619144"/>
          </a:xfrm>
          <a:prstGeom prst="rect">
            <a:avLst/>
          </a:prstGeom>
        </p:spPr>
      </p:pic>
      <p:sp>
        <p:nvSpPr>
          <p:cNvPr id="54" name="Rectángulo 53">
            <a:extLst>
              <a:ext uri="{FF2B5EF4-FFF2-40B4-BE49-F238E27FC236}">
                <a16:creationId xmlns:a16="http://schemas.microsoft.com/office/drawing/2014/main" id="{14D4CC66-1F23-9C1E-4138-839EEE7D5447}"/>
              </a:ext>
            </a:extLst>
          </p:cNvPr>
          <p:cNvSpPr/>
          <p:nvPr/>
        </p:nvSpPr>
        <p:spPr>
          <a:xfrm>
            <a:off x="2060116" y="2026852"/>
            <a:ext cx="164146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Cliente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5BFDCC6C-08F2-3C3E-5A1C-FC0372F833F3}"/>
              </a:ext>
            </a:extLst>
          </p:cNvPr>
          <p:cNvSpPr/>
          <p:nvPr/>
        </p:nvSpPr>
        <p:spPr>
          <a:xfrm>
            <a:off x="2446262" y="5863122"/>
            <a:ext cx="1484341" cy="6649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Ayuda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25A469A6-43B2-0052-705B-F3FDE3AFDABD}"/>
              </a:ext>
            </a:extLst>
          </p:cNvPr>
          <p:cNvSpPr/>
          <p:nvPr/>
        </p:nvSpPr>
        <p:spPr>
          <a:xfrm>
            <a:off x="1869367" y="4418688"/>
            <a:ext cx="2022967" cy="6683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Servicios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13F8F21D-62E6-BB47-B948-7C25EDE30058}"/>
              </a:ext>
            </a:extLst>
          </p:cNvPr>
          <p:cNvSpPr/>
          <p:nvPr/>
        </p:nvSpPr>
        <p:spPr>
          <a:xfrm>
            <a:off x="6748943" y="5844524"/>
            <a:ext cx="106826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Salir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98A28373-6414-5263-1A00-8B33A2A6A46E}"/>
              </a:ext>
            </a:extLst>
          </p:cNvPr>
          <p:cNvSpPr/>
          <p:nvPr/>
        </p:nvSpPr>
        <p:spPr>
          <a:xfrm>
            <a:off x="2179081" y="3234755"/>
            <a:ext cx="140353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Autos</a:t>
            </a:r>
          </a:p>
        </p:txBody>
      </p:sp>
      <p:pic>
        <p:nvPicPr>
          <p:cNvPr id="64" name="Imagen 63">
            <a:extLst>
              <a:ext uri="{FF2B5EF4-FFF2-40B4-BE49-F238E27FC236}">
                <a16:creationId xmlns:a16="http://schemas.microsoft.com/office/drawing/2014/main" id="{CFA2796C-7A40-9A3E-6BCC-D9B3B68EAF5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76835" y="7931"/>
            <a:ext cx="815499" cy="883062"/>
          </a:xfrm>
          <a:prstGeom prst="rect">
            <a:avLst/>
          </a:prstGeom>
        </p:spPr>
      </p:pic>
      <p:sp>
        <p:nvSpPr>
          <p:cNvPr id="66" name="Rectángulo 65">
            <a:extLst>
              <a:ext uri="{FF2B5EF4-FFF2-40B4-BE49-F238E27FC236}">
                <a16:creationId xmlns:a16="http://schemas.microsoft.com/office/drawing/2014/main" id="{A8B1350E-2FD8-CF15-4280-B3A2B9996DFB}"/>
              </a:ext>
            </a:extLst>
          </p:cNvPr>
          <p:cNvSpPr/>
          <p:nvPr/>
        </p:nvSpPr>
        <p:spPr>
          <a:xfrm>
            <a:off x="4103202" y="64741"/>
            <a:ext cx="34312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SERVITECA</a:t>
            </a:r>
            <a:endParaRPr lang="es-MX" sz="4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Imagen 1" descr="Mouse Click Png - Mouse Pointer Transparent, Png Download -  1602x2400(#847945) - PngFind">
            <a:extLst>
              <a:ext uri="{FF2B5EF4-FFF2-40B4-BE49-F238E27FC236}">
                <a16:creationId xmlns:a16="http://schemas.microsoft.com/office/drawing/2014/main" id="{C6B5B345-A16F-9A2C-5F7D-F47E3FFB9C2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5239" b="91757" l="3571" r="92024">
                        <a14:foregroundMark x1="7381" y1="46764" x2="7381" y2="46764"/>
                        <a14:foregroundMark x1="4167" y1="64561" x2="4167" y2="64561"/>
                        <a14:foregroundMark x1="50595" y1="91757" x2="50595" y2="91757"/>
                        <a14:foregroundMark x1="47024" y1="90062" x2="49405" y2="90755"/>
                        <a14:foregroundMark x1="92024" y1="64176" x2="92024" y2="64176"/>
                        <a14:foregroundMark x1="4167" y1="5393" x2="4167" y2="5393"/>
                        <a14:foregroundMark x1="3571" y1="5239" x2="3571" y2="52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07716" y="3312939"/>
            <a:ext cx="660155" cy="1020097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C93193C9-E1E1-0603-7E8C-0515DE5D8A31}"/>
              </a:ext>
            </a:extLst>
          </p:cNvPr>
          <p:cNvSpPr/>
          <p:nvPr/>
        </p:nvSpPr>
        <p:spPr>
          <a:xfrm>
            <a:off x="4841199" y="2128095"/>
            <a:ext cx="3855174" cy="2258723"/>
          </a:xfrm>
          <a:prstGeom prst="roundRect">
            <a:avLst/>
          </a:prstGeom>
          <a:solidFill>
            <a:srgbClr val="5AC13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7DB95E4-BB3F-1E9B-7EF7-FF05D4AA8D3D}"/>
              </a:ext>
            </a:extLst>
          </p:cNvPr>
          <p:cNvSpPr/>
          <p:nvPr/>
        </p:nvSpPr>
        <p:spPr>
          <a:xfrm>
            <a:off x="5362294" y="2415612"/>
            <a:ext cx="1284024" cy="4652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Agregar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DD61D7E-3AE5-FA71-C57B-5FE9F36C2ABC}"/>
              </a:ext>
            </a:extLst>
          </p:cNvPr>
          <p:cNvSpPr/>
          <p:nvPr/>
        </p:nvSpPr>
        <p:spPr>
          <a:xfrm>
            <a:off x="5327503" y="2980620"/>
            <a:ext cx="158531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Consultar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50E26AA-4DA1-CB19-5CBD-A68F35793B9E}"/>
              </a:ext>
            </a:extLst>
          </p:cNvPr>
          <p:cNvSpPr/>
          <p:nvPr/>
        </p:nvSpPr>
        <p:spPr>
          <a:xfrm>
            <a:off x="5242043" y="3540340"/>
            <a:ext cx="1284024" cy="4652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Listar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66570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6D5A9-2CAF-5B1A-82A2-544EDA4C8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F5203D88-77C7-0D4B-A1BC-55625DF544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5936" y="937316"/>
            <a:ext cx="10192214" cy="5729726"/>
          </a:xfrm>
          <a:prstGeom prst="rect">
            <a:avLst/>
          </a:prstGeom>
          <a:solidFill>
            <a:srgbClr val="2E7D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FB0FDA70-20D3-3BDE-6D5E-5A9A6C7FC3EC}"/>
              </a:ext>
            </a:extLst>
          </p:cNvPr>
          <p:cNvGrpSpPr/>
          <p:nvPr/>
        </p:nvGrpSpPr>
        <p:grpSpPr>
          <a:xfrm>
            <a:off x="10380779" y="2266268"/>
            <a:ext cx="1806617" cy="4568097"/>
            <a:chOff x="10260098" y="1830688"/>
            <a:chExt cx="1806617" cy="4568097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367E84BB-E590-DA9D-61D4-1F3B38D0000C}"/>
                </a:ext>
              </a:extLst>
            </p:cNvPr>
            <p:cNvSpPr/>
            <p:nvPr/>
          </p:nvSpPr>
          <p:spPr>
            <a:xfrm>
              <a:off x="10345356" y="1830688"/>
              <a:ext cx="1721359" cy="4568097"/>
            </a:xfrm>
            <a:prstGeom prst="roundRect">
              <a:avLst/>
            </a:prstGeom>
            <a:solidFill>
              <a:srgbClr val="2E7D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3881ECBB-7C81-86F7-4186-19A21743D8F4}"/>
                </a:ext>
              </a:extLst>
            </p:cNvPr>
            <p:cNvSpPr/>
            <p:nvPr/>
          </p:nvSpPr>
          <p:spPr>
            <a:xfrm>
              <a:off x="10345356" y="1967558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Accesibilidad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2" name="Imagen 21" descr="Braille - Iconos gratis de educación">
              <a:extLst>
                <a:ext uri="{FF2B5EF4-FFF2-40B4-BE49-F238E27FC236}">
                  <a16:creationId xmlns:a16="http://schemas.microsoft.com/office/drawing/2014/main" id="{87F95CD6-3385-6D06-052D-E49060016D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41367" y="5206289"/>
              <a:ext cx="929335" cy="929335"/>
            </a:xfrm>
            <a:prstGeom prst="rect">
              <a:avLst/>
            </a:prstGeom>
          </p:spPr>
        </p:pic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C2ABF8D5-B6D2-9F1D-5C29-2F09C002C446}"/>
                </a:ext>
              </a:extLst>
            </p:cNvPr>
            <p:cNvSpPr/>
            <p:nvPr/>
          </p:nvSpPr>
          <p:spPr>
            <a:xfrm>
              <a:off x="10302727" y="4797242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Braile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4" name="Imagen 23" descr="Translate Icon png images | PNGEgg">
              <a:extLst>
                <a:ext uri="{FF2B5EF4-FFF2-40B4-BE49-F238E27FC236}">
                  <a16:creationId xmlns:a16="http://schemas.microsoft.com/office/drawing/2014/main" id="{1F105FAC-7E8E-39DD-9277-5D4BCD9C5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661201" y="2616704"/>
              <a:ext cx="1004410" cy="1004410"/>
            </a:xfrm>
            <a:prstGeom prst="rect">
              <a:avLst/>
            </a:prstGeom>
          </p:spPr>
        </p:pic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5C0FDDCD-ED7F-2923-1088-FCAFD06C26E0}"/>
                </a:ext>
              </a:extLst>
            </p:cNvPr>
            <p:cNvSpPr/>
            <p:nvPr/>
          </p:nvSpPr>
          <p:spPr>
            <a:xfrm>
              <a:off x="10260098" y="2336890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Traductor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6" name="Imagen 25" descr="Text To Speech icon - Free Download PNG &amp; SVG | Streamline">
              <a:extLst>
                <a:ext uri="{FF2B5EF4-FFF2-40B4-BE49-F238E27FC236}">
                  <a16:creationId xmlns:a16="http://schemas.microsoft.com/office/drawing/2014/main" id="{24663283-2667-D114-5B3B-E67CDE1E9D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41367" y="3866388"/>
              <a:ext cx="939016" cy="939016"/>
            </a:xfrm>
            <a:prstGeom prst="rect">
              <a:avLst/>
            </a:prstGeom>
          </p:spPr>
        </p:pic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A3A6CC4F-30FB-7CAD-5286-E3B3036143BE}"/>
                </a:ext>
              </a:extLst>
            </p:cNvPr>
            <p:cNvSpPr/>
            <p:nvPr/>
          </p:nvSpPr>
          <p:spPr>
            <a:xfrm>
              <a:off x="10302726" y="3559085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TTS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32C185AE-FBA7-2284-17FA-7F993A3C1C4F}"/>
              </a:ext>
            </a:extLst>
          </p:cNvPr>
          <p:cNvGrpSpPr/>
          <p:nvPr/>
        </p:nvGrpSpPr>
        <p:grpSpPr>
          <a:xfrm>
            <a:off x="724174" y="1935895"/>
            <a:ext cx="881496" cy="854132"/>
            <a:chOff x="1046730" y="2342249"/>
            <a:chExt cx="1136032" cy="1086752"/>
          </a:xfrm>
        </p:grpSpPr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95F14972-2A96-3168-F1DB-4ACCEC21F96F}"/>
                </a:ext>
              </a:extLst>
            </p:cNvPr>
            <p:cNvSpPr/>
            <p:nvPr/>
          </p:nvSpPr>
          <p:spPr>
            <a:xfrm>
              <a:off x="1046730" y="2342249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8" name="Imagen 7" descr="Client - Free people icons">
              <a:extLst>
                <a:ext uri="{FF2B5EF4-FFF2-40B4-BE49-F238E27FC236}">
                  <a16:creationId xmlns:a16="http://schemas.microsoft.com/office/drawing/2014/main" id="{0DC2677E-7449-7D1A-EA05-1295042678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00849" y="2482350"/>
              <a:ext cx="827791" cy="827791"/>
            </a:xfrm>
            <a:prstGeom prst="rect">
              <a:avLst/>
            </a:prstGeom>
          </p:spPr>
        </p:pic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643EDD2C-E5C3-7774-970E-8FBA945D6125}"/>
              </a:ext>
            </a:extLst>
          </p:cNvPr>
          <p:cNvGrpSpPr/>
          <p:nvPr/>
        </p:nvGrpSpPr>
        <p:grpSpPr>
          <a:xfrm>
            <a:off x="675256" y="3061943"/>
            <a:ext cx="979329" cy="991957"/>
            <a:chOff x="983688" y="3632390"/>
            <a:chExt cx="1262114" cy="1262114"/>
          </a:xfrm>
        </p:grpSpPr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EF1B0E54-6301-9CCB-D081-1FBCBE98AF3C}"/>
                </a:ext>
              </a:extLst>
            </p:cNvPr>
            <p:cNvSpPr/>
            <p:nvPr/>
          </p:nvSpPr>
          <p:spPr>
            <a:xfrm>
              <a:off x="1046730" y="3697702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32" name="Imagen 31" descr="Free Vectors | car icon">
              <a:extLst>
                <a:ext uri="{FF2B5EF4-FFF2-40B4-BE49-F238E27FC236}">
                  <a16:creationId xmlns:a16="http://schemas.microsoft.com/office/drawing/2014/main" id="{3C333E81-E476-46DA-C4A7-F71E1EDF40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983688" y="3632390"/>
              <a:ext cx="1262114" cy="1262114"/>
            </a:xfrm>
            <a:prstGeom prst="rect">
              <a:avLst/>
            </a:prstGeom>
          </p:spPr>
        </p:pic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A17CF6C9-491C-91D3-75BC-386E973E7ADF}"/>
              </a:ext>
            </a:extLst>
          </p:cNvPr>
          <p:cNvGrpSpPr/>
          <p:nvPr/>
        </p:nvGrpSpPr>
        <p:grpSpPr>
          <a:xfrm>
            <a:off x="738298" y="4325816"/>
            <a:ext cx="881496" cy="854132"/>
            <a:chOff x="1046730" y="5144823"/>
            <a:chExt cx="1136032" cy="1086752"/>
          </a:xfrm>
        </p:grpSpPr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8E8CAA47-D7E0-58C5-E671-FC48361E47AC}"/>
                </a:ext>
              </a:extLst>
            </p:cNvPr>
            <p:cNvSpPr/>
            <p:nvPr/>
          </p:nvSpPr>
          <p:spPr>
            <a:xfrm>
              <a:off x="1046730" y="5144823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33" name="Imagen 32" descr="Services - Free industry icons">
              <a:extLst>
                <a:ext uri="{FF2B5EF4-FFF2-40B4-BE49-F238E27FC236}">
                  <a16:creationId xmlns:a16="http://schemas.microsoft.com/office/drawing/2014/main" id="{36E2C61F-E308-12AA-D2FE-E0DD14B83F5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00850" y="5285375"/>
              <a:ext cx="850420" cy="850420"/>
            </a:xfrm>
            <a:prstGeom prst="rect">
              <a:avLst/>
            </a:prstGeom>
          </p:spPr>
        </p:pic>
      </p:grp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52794F71-E2CA-32A1-7ED4-193A1600289A}"/>
              </a:ext>
            </a:extLst>
          </p:cNvPr>
          <p:cNvSpPr/>
          <p:nvPr/>
        </p:nvSpPr>
        <p:spPr>
          <a:xfrm>
            <a:off x="4173783" y="5760377"/>
            <a:ext cx="1068260" cy="870420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3" name="Imagen 42" descr="Help - Free interface icons">
            <a:extLst>
              <a:ext uri="{FF2B5EF4-FFF2-40B4-BE49-F238E27FC236}">
                <a16:creationId xmlns:a16="http://schemas.microsoft.com/office/drawing/2014/main" id="{1726ABEE-50E7-ECCB-62EA-B7893E939C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7077" y="5844751"/>
            <a:ext cx="701672" cy="701672"/>
          </a:xfrm>
          <a:prstGeom prst="rect">
            <a:avLst/>
          </a:prstGeom>
        </p:spPr>
      </p:pic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FD96DA44-DC5E-DCA1-A548-AD534845597B}"/>
              </a:ext>
            </a:extLst>
          </p:cNvPr>
          <p:cNvSpPr/>
          <p:nvPr/>
        </p:nvSpPr>
        <p:spPr>
          <a:xfrm>
            <a:off x="5284672" y="5760377"/>
            <a:ext cx="1068260" cy="870420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2" name="Imagen 51" descr="Exit - Free signs icons">
            <a:extLst>
              <a:ext uri="{FF2B5EF4-FFF2-40B4-BE49-F238E27FC236}">
                <a16:creationId xmlns:a16="http://schemas.microsoft.com/office/drawing/2014/main" id="{809D767E-B990-A804-7967-B70A7AE37E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63882" y="5891170"/>
            <a:ext cx="619144" cy="619144"/>
          </a:xfrm>
          <a:prstGeom prst="rect">
            <a:avLst/>
          </a:prstGeom>
        </p:spPr>
      </p:pic>
      <p:sp>
        <p:nvSpPr>
          <p:cNvPr id="54" name="Rectángulo 53">
            <a:extLst>
              <a:ext uri="{FF2B5EF4-FFF2-40B4-BE49-F238E27FC236}">
                <a16:creationId xmlns:a16="http://schemas.microsoft.com/office/drawing/2014/main" id="{D9F5487C-E7ED-55CB-3D73-DDEEBFAC6A1D}"/>
              </a:ext>
            </a:extLst>
          </p:cNvPr>
          <p:cNvSpPr/>
          <p:nvPr/>
        </p:nvSpPr>
        <p:spPr>
          <a:xfrm>
            <a:off x="2060116" y="2026852"/>
            <a:ext cx="164146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Cliente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4AD4F00C-2011-2846-B3AB-8040C3D5D970}"/>
              </a:ext>
            </a:extLst>
          </p:cNvPr>
          <p:cNvSpPr/>
          <p:nvPr/>
        </p:nvSpPr>
        <p:spPr>
          <a:xfrm>
            <a:off x="2446262" y="5863122"/>
            <a:ext cx="1484341" cy="6649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Ayuda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AA3FB16E-81D1-ABFC-E5C1-3E6F239FA1B5}"/>
              </a:ext>
            </a:extLst>
          </p:cNvPr>
          <p:cNvSpPr/>
          <p:nvPr/>
        </p:nvSpPr>
        <p:spPr>
          <a:xfrm>
            <a:off x="1869367" y="4418688"/>
            <a:ext cx="2022967" cy="6683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Servicios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C69C7BE0-257F-3E1E-199D-0DCDEFB4D305}"/>
              </a:ext>
            </a:extLst>
          </p:cNvPr>
          <p:cNvSpPr/>
          <p:nvPr/>
        </p:nvSpPr>
        <p:spPr>
          <a:xfrm>
            <a:off x="6748943" y="5844524"/>
            <a:ext cx="106826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Salir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60634987-F619-D244-16C9-B50CE392A2CF}"/>
              </a:ext>
            </a:extLst>
          </p:cNvPr>
          <p:cNvSpPr/>
          <p:nvPr/>
        </p:nvSpPr>
        <p:spPr>
          <a:xfrm>
            <a:off x="2179081" y="3234755"/>
            <a:ext cx="140353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Autos</a:t>
            </a:r>
          </a:p>
        </p:txBody>
      </p:sp>
      <p:pic>
        <p:nvPicPr>
          <p:cNvPr id="64" name="Imagen 63">
            <a:extLst>
              <a:ext uri="{FF2B5EF4-FFF2-40B4-BE49-F238E27FC236}">
                <a16:creationId xmlns:a16="http://schemas.microsoft.com/office/drawing/2014/main" id="{9FD3E5C4-4447-388F-ACF6-73E2D6E6DBD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76835" y="7931"/>
            <a:ext cx="815499" cy="883062"/>
          </a:xfrm>
          <a:prstGeom prst="rect">
            <a:avLst/>
          </a:prstGeom>
        </p:spPr>
      </p:pic>
      <p:sp>
        <p:nvSpPr>
          <p:cNvPr id="66" name="Rectángulo 65">
            <a:extLst>
              <a:ext uri="{FF2B5EF4-FFF2-40B4-BE49-F238E27FC236}">
                <a16:creationId xmlns:a16="http://schemas.microsoft.com/office/drawing/2014/main" id="{4AF4B739-E964-7277-3D15-429DBD52BDD5}"/>
              </a:ext>
            </a:extLst>
          </p:cNvPr>
          <p:cNvSpPr/>
          <p:nvPr/>
        </p:nvSpPr>
        <p:spPr>
          <a:xfrm>
            <a:off x="4103202" y="64741"/>
            <a:ext cx="34312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SERVITECA</a:t>
            </a:r>
            <a:endParaRPr lang="es-MX" sz="4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30CBCE5-FCFA-3464-67E5-E3D8CE998C16}"/>
              </a:ext>
            </a:extLst>
          </p:cNvPr>
          <p:cNvSpPr/>
          <p:nvPr/>
        </p:nvSpPr>
        <p:spPr>
          <a:xfrm>
            <a:off x="4928907" y="2128093"/>
            <a:ext cx="3855174" cy="2258723"/>
          </a:xfrm>
          <a:prstGeom prst="roundRect">
            <a:avLst/>
          </a:prstGeom>
          <a:solidFill>
            <a:srgbClr val="5AC13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9FBEFA6-3332-DD9E-ED25-639D6FE7B80F}"/>
              </a:ext>
            </a:extLst>
          </p:cNvPr>
          <p:cNvSpPr/>
          <p:nvPr/>
        </p:nvSpPr>
        <p:spPr>
          <a:xfrm>
            <a:off x="5362294" y="2415612"/>
            <a:ext cx="1284024" cy="4652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Agregar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FE6087A-CC70-0A47-1921-1BF66B3AAE4C}"/>
              </a:ext>
            </a:extLst>
          </p:cNvPr>
          <p:cNvSpPr/>
          <p:nvPr/>
        </p:nvSpPr>
        <p:spPr>
          <a:xfrm>
            <a:off x="5327503" y="2980620"/>
            <a:ext cx="158531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Consultar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E797943-1E0C-3E30-2D6F-383549D5DDE9}"/>
              </a:ext>
            </a:extLst>
          </p:cNvPr>
          <p:cNvSpPr/>
          <p:nvPr/>
        </p:nvSpPr>
        <p:spPr>
          <a:xfrm>
            <a:off x="5242043" y="3540340"/>
            <a:ext cx="1284024" cy="4652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Listar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Imagen 1" descr="Mouse Click Png - Mouse Pointer Transparent, Png Download -  1602x2400(#847945) - PngFind">
            <a:extLst>
              <a:ext uri="{FF2B5EF4-FFF2-40B4-BE49-F238E27FC236}">
                <a16:creationId xmlns:a16="http://schemas.microsoft.com/office/drawing/2014/main" id="{77F7C019-EEDD-A237-696D-AE71C3DD903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5239" b="91757" l="3571" r="92024">
                        <a14:foregroundMark x1="7381" y1="46764" x2="7381" y2="46764"/>
                        <a14:foregroundMark x1="4167" y1="64561" x2="4167" y2="64561"/>
                        <a14:foregroundMark x1="50595" y1="91757" x2="50595" y2="91757"/>
                        <a14:foregroundMark x1="47024" y1="90062" x2="49405" y2="90755"/>
                        <a14:foregroundMark x1="92024" y1="64176" x2="92024" y2="64176"/>
                        <a14:foregroundMark x1="4167" y1="5393" x2="4167" y2="5393"/>
                        <a14:foregroundMark x1="3571" y1="5239" x2="3571" y2="52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17304" y="2587804"/>
            <a:ext cx="660155" cy="102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376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500C0-5D51-246A-8497-00EC5F49D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8C65F53-96AD-0D81-833E-3C9BAD8238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5936" y="937316"/>
            <a:ext cx="10192214" cy="5729726"/>
          </a:xfrm>
          <a:prstGeom prst="rect">
            <a:avLst/>
          </a:prstGeom>
          <a:solidFill>
            <a:srgbClr val="2E7D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c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31436F8B-0A7D-8E2F-6774-85C9CF923AC4}"/>
              </a:ext>
            </a:extLst>
          </p:cNvPr>
          <p:cNvGrpSpPr/>
          <p:nvPr/>
        </p:nvGrpSpPr>
        <p:grpSpPr>
          <a:xfrm>
            <a:off x="10380779" y="2266268"/>
            <a:ext cx="1806617" cy="4568097"/>
            <a:chOff x="10260098" y="1830688"/>
            <a:chExt cx="1806617" cy="4568097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8A8F59F0-2547-47F4-AC2D-CDD100357B0E}"/>
                </a:ext>
              </a:extLst>
            </p:cNvPr>
            <p:cNvSpPr/>
            <p:nvPr/>
          </p:nvSpPr>
          <p:spPr>
            <a:xfrm>
              <a:off x="10345356" y="1830688"/>
              <a:ext cx="1721359" cy="4568097"/>
            </a:xfrm>
            <a:prstGeom prst="roundRect">
              <a:avLst/>
            </a:prstGeom>
            <a:solidFill>
              <a:srgbClr val="2E7D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B8FC2640-44A0-F5D5-795A-DBA8CE3E7810}"/>
                </a:ext>
              </a:extLst>
            </p:cNvPr>
            <p:cNvSpPr/>
            <p:nvPr/>
          </p:nvSpPr>
          <p:spPr>
            <a:xfrm>
              <a:off x="10345356" y="1967558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Accesibilidad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2" name="Imagen 21" descr="Braille - Iconos gratis de educación">
              <a:extLst>
                <a:ext uri="{FF2B5EF4-FFF2-40B4-BE49-F238E27FC236}">
                  <a16:creationId xmlns:a16="http://schemas.microsoft.com/office/drawing/2014/main" id="{DBAD2496-9BDA-E8C0-42D6-9B73BC04F9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41367" y="5206289"/>
              <a:ext cx="929335" cy="929335"/>
            </a:xfrm>
            <a:prstGeom prst="rect">
              <a:avLst/>
            </a:prstGeom>
          </p:spPr>
        </p:pic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B744E3C8-6532-CD20-7E08-5D95E8D8B5B8}"/>
                </a:ext>
              </a:extLst>
            </p:cNvPr>
            <p:cNvSpPr/>
            <p:nvPr/>
          </p:nvSpPr>
          <p:spPr>
            <a:xfrm>
              <a:off x="10302727" y="4797242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Braile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4" name="Imagen 23" descr="Translate Icon png images | PNGEgg">
              <a:extLst>
                <a:ext uri="{FF2B5EF4-FFF2-40B4-BE49-F238E27FC236}">
                  <a16:creationId xmlns:a16="http://schemas.microsoft.com/office/drawing/2014/main" id="{F746B10E-9B55-4F37-4EEF-EEF86D32D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661201" y="2616704"/>
              <a:ext cx="1004410" cy="1004410"/>
            </a:xfrm>
            <a:prstGeom prst="rect">
              <a:avLst/>
            </a:prstGeom>
          </p:spPr>
        </p:pic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FCAA3823-AD0B-C766-A057-E9FD414F3DD6}"/>
                </a:ext>
              </a:extLst>
            </p:cNvPr>
            <p:cNvSpPr/>
            <p:nvPr/>
          </p:nvSpPr>
          <p:spPr>
            <a:xfrm>
              <a:off x="10260098" y="2336890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Traductor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6" name="Imagen 25" descr="Text To Speech icon - Free Download PNG &amp; SVG | Streamline">
              <a:extLst>
                <a:ext uri="{FF2B5EF4-FFF2-40B4-BE49-F238E27FC236}">
                  <a16:creationId xmlns:a16="http://schemas.microsoft.com/office/drawing/2014/main" id="{F5504D82-3A47-EA8F-7382-9F720A012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41367" y="3866388"/>
              <a:ext cx="939016" cy="939016"/>
            </a:xfrm>
            <a:prstGeom prst="rect">
              <a:avLst/>
            </a:prstGeom>
          </p:spPr>
        </p:pic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9048129F-FC7D-6708-2CA1-8B8F366E196B}"/>
                </a:ext>
              </a:extLst>
            </p:cNvPr>
            <p:cNvSpPr/>
            <p:nvPr/>
          </p:nvSpPr>
          <p:spPr>
            <a:xfrm>
              <a:off x="10302726" y="3559085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TTS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64" name="Imagen 63">
            <a:extLst>
              <a:ext uri="{FF2B5EF4-FFF2-40B4-BE49-F238E27FC236}">
                <a16:creationId xmlns:a16="http://schemas.microsoft.com/office/drawing/2014/main" id="{5AED0EF4-D800-477C-CD96-F1DE58F2B1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6835" y="7931"/>
            <a:ext cx="815499" cy="883062"/>
          </a:xfrm>
          <a:prstGeom prst="rect">
            <a:avLst/>
          </a:prstGeom>
        </p:spPr>
      </p:pic>
      <p:sp>
        <p:nvSpPr>
          <p:cNvPr id="66" name="Rectángulo 65">
            <a:extLst>
              <a:ext uri="{FF2B5EF4-FFF2-40B4-BE49-F238E27FC236}">
                <a16:creationId xmlns:a16="http://schemas.microsoft.com/office/drawing/2014/main" id="{3F82EC67-FEBE-6BF8-065D-70AD05046C08}"/>
              </a:ext>
            </a:extLst>
          </p:cNvPr>
          <p:cNvSpPr/>
          <p:nvPr/>
        </p:nvSpPr>
        <p:spPr>
          <a:xfrm>
            <a:off x="4103202" y="64741"/>
            <a:ext cx="34312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SERVITECA</a:t>
            </a:r>
            <a:endParaRPr lang="es-MX" sz="4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49F89E7-5695-C7DA-83EE-FB90267CAC19}"/>
              </a:ext>
            </a:extLst>
          </p:cNvPr>
          <p:cNvSpPr/>
          <p:nvPr/>
        </p:nvSpPr>
        <p:spPr>
          <a:xfrm>
            <a:off x="320743" y="1518915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A7FB557-4457-5BBA-1849-B0B8CBB1B622}"/>
              </a:ext>
            </a:extLst>
          </p:cNvPr>
          <p:cNvSpPr/>
          <p:nvPr/>
        </p:nvSpPr>
        <p:spPr>
          <a:xfrm>
            <a:off x="-466796" y="1017909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Placa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3A915345-BBBD-0897-E748-D36CFC361DB4}"/>
              </a:ext>
            </a:extLst>
          </p:cNvPr>
          <p:cNvSpPr/>
          <p:nvPr/>
        </p:nvSpPr>
        <p:spPr>
          <a:xfrm>
            <a:off x="320742" y="2664416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A151B6E-111C-72C2-5FAD-D680A42B1652}"/>
              </a:ext>
            </a:extLst>
          </p:cNvPr>
          <p:cNvSpPr/>
          <p:nvPr/>
        </p:nvSpPr>
        <p:spPr>
          <a:xfrm>
            <a:off x="-542992" y="2116293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Marca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7FC7D7AB-BF01-C4CB-B3F8-C397F7BD6740}"/>
              </a:ext>
            </a:extLst>
          </p:cNvPr>
          <p:cNvSpPr/>
          <p:nvPr/>
        </p:nvSpPr>
        <p:spPr>
          <a:xfrm>
            <a:off x="320742" y="3825999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FAC622F3-D075-7647-51DB-64E17A6D3B57}"/>
              </a:ext>
            </a:extLst>
          </p:cNvPr>
          <p:cNvSpPr/>
          <p:nvPr/>
        </p:nvSpPr>
        <p:spPr>
          <a:xfrm>
            <a:off x="60678" y="3260202"/>
            <a:ext cx="257050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Modelo</a:t>
            </a:r>
            <a:endParaRPr lang="es-MX" sz="4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9" name="Imagen 68" descr="Return Icon Collection for Easy Customer Returns">
            <a:extLst>
              <a:ext uri="{FF2B5EF4-FFF2-40B4-BE49-F238E27FC236}">
                <a16:creationId xmlns:a16="http://schemas.microsoft.com/office/drawing/2014/main" id="{8295385D-699B-C4F8-3B71-40738DBFAA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04353" y="5688434"/>
            <a:ext cx="904999" cy="904999"/>
          </a:xfrm>
          <a:prstGeom prst="rect">
            <a:avLst/>
          </a:prstGeom>
        </p:spPr>
      </p:pic>
      <p:sp>
        <p:nvSpPr>
          <p:cNvPr id="71" name="Rectángulo 70">
            <a:extLst>
              <a:ext uri="{FF2B5EF4-FFF2-40B4-BE49-F238E27FC236}">
                <a16:creationId xmlns:a16="http://schemas.microsoft.com/office/drawing/2014/main" id="{2EF4850A-DC45-3462-8F6E-627919C4771A}"/>
              </a:ext>
            </a:extLst>
          </p:cNvPr>
          <p:cNvSpPr/>
          <p:nvPr/>
        </p:nvSpPr>
        <p:spPr>
          <a:xfrm>
            <a:off x="7461037" y="5920684"/>
            <a:ext cx="166689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Regresar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FDB6DCE-F1F2-859A-6853-3EA8E9981273}"/>
              </a:ext>
            </a:extLst>
          </p:cNvPr>
          <p:cNvSpPr/>
          <p:nvPr/>
        </p:nvSpPr>
        <p:spPr>
          <a:xfrm>
            <a:off x="6254115" y="1804356"/>
            <a:ext cx="2274693" cy="1822686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pic>
        <p:nvPicPr>
          <p:cNvPr id="10" name="Imagen 9" descr="Upload White Icons – Free Download SVG, PNG, GIF">
            <a:extLst>
              <a:ext uri="{FF2B5EF4-FFF2-40B4-BE49-F238E27FC236}">
                <a16:creationId xmlns:a16="http://schemas.microsoft.com/office/drawing/2014/main" id="{48E897E3-D3BB-ACC9-E003-F0E044AE649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50917" y1="21500" x2="46750" y2="611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35604" y="1971184"/>
            <a:ext cx="1583305" cy="1583305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1D52A2EE-2C6E-8FC3-D529-5C94DA2EA0D7}"/>
              </a:ext>
            </a:extLst>
          </p:cNvPr>
          <p:cNvSpPr/>
          <p:nvPr/>
        </p:nvSpPr>
        <p:spPr>
          <a:xfrm>
            <a:off x="5116437" y="1181206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Subir imagen</a:t>
            </a:r>
          </a:p>
        </p:txBody>
      </p:sp>
    </p:spTree>
    <p:extLst>
      <p:ext uri="{BB962C8B-B14F-4D97-AF65-F5344CB8AC3E}">
        <p14:creationId xmlns:p14="http://schemas.microsoft.com/office/powerpoint/2010/main" val="3524776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BAB8F-07D1-CADB-BA31-16153334E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8F3A44F-F513-429A-BC8E-27DE8C3492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5936" y="937316"/>
            <a:ext cx="10192214" cy="5729726"/>
          </a:xfrm>
          <a:prstGeom prst="rect">
            <a:avLst/>
          </a:prstGeom>
          <a:solidFill>
            <a:srgbClr val="2E7D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2FF17166-A320-04DE-49DC-77418DD4CC1C}"/>
              </a:ext>
            </a:extLst>
          </p:cNvPr>
          <p:cNvGrpSpPr/>
          <p:nvPr/>
        </p:nvGrpSpPr>
        <p:grpSpPr>
          <a:xfrm>
            <a:off x="10380779" y="2266268"/>
            <a:ext cx="1806617" cy="4568097"/>
            <a:chOff x="10260098" y="1830688"/>
            <a:chExt cx="1806617" cy="4568097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1D92DCD9-FE7E-5B84-3A7E-88EFBAD8F1CA}"/>
                </a:ext>
              </a:extLst>
            </p:cNvPr>
            <p:cNvSpPr/>
            <p:nvPr/>
          </p:nvSpPr>
          <p:spPr>
            <a:xfrm>
              <a:off x="10345356" y="1830688"/>
              <a:ext cx="1721359" cy="4568097"/>
            </a:xfrm>
            <a:prstGeom prst="roundRect">
              <a:avLst/>
            </a:prstGeom>
            <a:solidFill>
              <a:srgbClr val="2E7D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CE799EF6-286F-2832-3D6E-BBF88FB41912}"/>
                </a:ext>
              </a:extLst>
            </p:cNvPr>
            <p:cNvSpPr/>
            <p:nvPr/>
          </p:nvSpPr>
          <p:spPr>
            <a:xfrm>
              <a:off x="10345356" y="1967558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Accesibilidad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2" name="Imagen 21" descr="Braille - Iconos gratis de educación">
              <a:extLst>
                <a:ext uri="{FF2B5EF4-FFF2-40B4-BE49-F238E27FC236}">
                  <a16:creationId xmlns:a16="http://schemas.microsoft.com/office/drawing/2014/main" id="{21493EBB-21B9-A564-6230-9BBCFA55D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41367" y="5206289"/>
              <a:ext cx="929335" cy="929335"/>
            </a:xfrm>
            <a:prstGeom prst="rect">
              <a:avLst/>
            </a:prstGeom>
          </p:spPr>
        </p:pic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09090720-522D-E271-4861-A01EA3CE8938}"/>
                </a:ext>
              </a:extLst>
            </p:cNvPr>
            <p:cNvSpPr/>
            <p:nvPr/>
          </p:nvSpPr>
          <p:spPr>
            <a:xfrm>
              <a:off x="10302727" y="4797242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Braile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4" name="Imagen 23" descr="Translate Icon png images | PNGEgg">
              <a:extLst>
                <a:ext uri="{FF2B5EF4-FFF2-40B4-BE49-F238E27FC236}">
                  <a16:creationId xmlns:a16="http://schemas.microsoft.com/office/drawing/2014/main" id="{88EA27B4-83C1-1EBE-E245-C350A59753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661201" y="2616704"/>
              <a:ext cx="1004410" cy="1004410"/>
            </a:xfrm>
            <a:prstGeom prst="rect">
              <a:avLst/>
            </a:prstGeom>
          </p:spPr>
        </p:pic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58A38FD0-0572-DC63-D7AE-8BBB766720B2}"/>
                </a:ext>
              </a:extLst>
            </p:cNvPr>
            <p:cNvSpPr/>
            <p:nvPr/>
          </p:nvSpPr>
          <p:spPr>
            <a:xfrm>
              <a:off x="10260098" y="2336890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Traductor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6" name="Imagen 25" descr="Text To Speech icon - Free Download PNG &amp; SVG | Streamline">
              <a:extLst>
                <a:ext uri="{FF2B5EF4-FFF2-40B4-BE49-F238E27FC236}">
                  <a16:creationId xmlns:a16="http://schemas.microsoft.com/office/drawing/2014/main" id="{6441F946-440E-0D87-019B-247451CB3F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41367" y="3866388"/>
              <a:ext cx="939016" cy="939016"/>
            </a:xfrm>
            <a:prstGeom prst="rect">
              <a:avLst/>
            </a:prstGeom>
          </p:spPr>
        </p:pic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33ED4523-11E5-0DD7-F245-CDAF1188D389}"/>
                </a:ext>
              </a:extLst>
            </p:cNvPr>
            <p:cNvSpPr/>
            <p:nvPr/>
          </p:nvSpPr>
          <p:spPr>
            <a:xfrm>
              <a:off x="10302726" y="3559085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TTS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64" name="Imagen 63">
            <a:extLst>
              <a:ext uri="{FF2B5EF4-FFF2-40B4-BE49-F238E27FC236}">
                <a16:creationId xmlns:a16="http://schemas.microsoft.com/office/drawing/2014/main" id="{AC35A05A-E98D-255B-7D14-6E035909BF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6835" y="7931"/>
            <a:ext cx="815499" cy="883062"/>
          </a:xfrm>
          <a:prstGeom prst="rect">
            <a:avLst/>
          </a:prstGeom>
        </p:spPr>
      </p:pic>
      <p:sp>
        <p:nvSpPr>
          <p:cNvPr id="66" name="Rectángulo 65">
            <a:extLst>
              <a:ext uri="{FF2B5EF4-FFF2-40B4-BE49-F238E27FC236}">
                <a16:creationId xmlns:a16="http://schemas.microsoft.com/office/drawing/2014/main" id="{F7B88C63-B99B-20C5-CEEF-D20D98C5265D}"/>
              </a:ext>
            </a:extLst>
          </p:cNvPr>
          <p:cNvSpPr/>
          <p:nvPr/>
        </p:nvSpPr>
        <p:spPr>
          <a:xfrm>
            <a:off x="4103202" y="64741"/>
            <a:ext cx="34312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SERVITECA</a:t>
            </a:r>
            <a:endParaRPr lang="es-MX" sz="4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B677420-D9A5-2789-09A4-25FC8490258D}"/>
              </a:ext>
            </a:extLst>
          </p:cNvPr>
          <p:cNvSpPr/>
          <p:nvPr/>
        </p:nvSpPr>
        <p:spPr>
          <a:xfrm>
            <a:off x="320743" y="1518915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EFBCE4B-E3A5-9142-1789-78147AC78C94}"/>
              </a:ext>
            </a:extLst>
          </p:cNvPr>
          <p:cNvSpPr/>
          <p:nvPr/>
        </p:nvSpPr>
        <p:spPr>
          <a:xfrm>
            <a:off x="-424167" y="1003585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Placa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E91B1EB5-1EBC-4059-1A69-75B6E80A1A8D}"/>
              </a:ext>
            </a:extLst>
          </p:cNvPr>
          <p:cNvSpPr/>
          <p:nvPr/>
        </p:nvSpPr>
        <p:spPr>
          <a:xfrm>
            <a:off x="342058" y="2664678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8B43018E-E982-B7DF-5DB7-F9A114A5C072}"/>
              </a:ext>
            </a:extLst>
          </p:cNvPr>
          <p:cNvSpPr/>
          <p:nvPr/>
        </p:nvSpPr>
        <p:spPr>
          <a:xfrm>
            <a:off x="-542992" y="2116293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Marca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56AA28F0-00D9-9482-E747-E6F6B3B9B556}"/>
              </a:ext>
            </a:extLst>
          </p:cNvPr>
          <p:cNvSpPr/>
          <p:nvPr/>
        </p:nvSpPr>
        <p:spPr>
          <a:xfrm>
            <a:off x="320742" y="3825999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346F5D42-B00A-5942-DE38-D0BFB423F693}"/>
              </a:ext>
            </a:extLst>
          </p:cNvPr>
          <p:cNvSpPr/>
          <p:nvPr/>
        </p:nvSpPr>
        <p:spPr>
          <a:xfrm>
            <a:off x="60678" y="3260202"/>
            <a:ext cx="257050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Modelo</a:t>
            </a:r>
            <a:endParaRPr lang="es-MX" sz="4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5" name="Imagen 64" descr="Save - Free ui icons">
            <a:extLst>
              <a:ext uri="{FF2B5EF4-FFF2-40B4-BE49-F238E27FC236}">
                <a16:creationId xmlns:a16="http://schemas.microsoft.com/office/drawing/2014/main" id="{39638F7A-D062-F9FC-88F6-628DFCBEBE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6262" y="5753716"/>
            <a:ext cx="705640" cy="705640"/>
          </a:xfrm>
          <a:prstGeom prst="rect">
            <a:avLst/>
          </a:prstGeom>
        </p:spPr>
      </p:pic>
      <p:sp>
        <p:nvSpPr>
          <p:cNvPr id="68" name="Rectángulo 67">
            <a:extLst>
              <a:ext uri="{FF2B5EF4-FFF2-40B4-BE49-F238E27FC236}">
                <a16:creationId xmlns:a16="http://schemas.microsoft.com/office/drawing/2014/main" id="{A6F29A3F-54EB-A0A0-CDEE-AFDF4D9DFF4D}"/>
              </a:ext>
            </a:extLst>
          </p:cNvPr>
          <p:cNvSpPr/>
          <p:nvPr/>
        </p:nvSpPr>
        <p:spPr>
          <a:xfrm>
            <a:off x="7882125" y="5836206"/>
            <a:ext cx="150160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Guardar</a:t>
            </a:r>
          </a:p>
        </p:txBody>
      </p:sp>
      <p:pic>
        <p:nvPicPr>
          <p:cNvPr id="69" name="Imagen 68" descr="Return Icon Collection for Easy Customer Returns">
            <a:extLst>
              <a:ext uri="{FF2B5EF4-FFF2-40B4-BE49-F238E27FC236}">
                <a16:creationId xmlns:a16="http://schemas.microsoft.com/office/drawing/2014/main" id="{A211B094-3CDF-CB77-A89E-EB18744097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63982" y="5641869"/>
            <a:ext cx="904999" cy="904999"/>
          </a:xfrm>
          <a:prstGeom prst="rect">
            <a:avLst/>
          </a:prstGeom>
        </p:spPr>
      </p:pic>
      <p:sp>
        <p:nvSpPr>
          <p:cNvPr id="71" name="Rectángulo 70">
            <a:extLst>
              <a:ext uri="{FF2B5EF4-FFF2-40B4-BE49-F238E27FC236}">
                <a16:creationId xmlns:a16="http://schemas.microsoft.com/office/drawing/2014/main" id="{86A59D93-8552-63A3-D318-ADD42C290F90}"/>
              </a:ext>
            </a:extLst>
          </p:cNvPr>
          <p:cNvSpPr/>
          <p:nvPr/>
        </p:nvSpPr>
        <p:spPr>
          <a:xfrm>
            <a:off x="5420666" y="5874119"/>
            <a:ext cx="166689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Regresar</a:t>
            </a:r>
          </a:p>
        </p:txBody>
      </p:sp>
      <p:pic>
        <p:nvPicPr>
          <p:cNvPr id="9" name="Imagen 8" descr="Mouse Click Png - Mouse Pointer Transparent, Png Download -  1602x2400(#847945) - PngFind">
            <a:extLst>
              <a:ext uri="{FF2B5EF4-FFF2-40B4-BE49-F238E27FC236}">
                <a16:creationId xmlns:a16="http://schemas.microsoft.com/office/drawing/2014/main" id="{17659CC3-C9F9-A976-D4A2-6FAFFC60D4A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39" b="91757" l="3571" r="92024">
                        <a14:foregroundMark x1="7381" y1="46764" x2="7381" y2="46764"/>
                        <a14:foregroundMark x1="4167" y1="64561" x2="4167" y2="64561"/>
                        <a14:foregroundMark x1="50595" y1="91757" x2="50595" y2="91757"/>
                        <a14:foregroundMark x1="47024" y1="90062" x2="49405" y2="90755"/>
                        <a14:foregroundMark x1="92024" y1="64176" x2="92024" y2="64176"/>
                        <a14:foregroundMark x1="4167" y1="5393" x2="4167" y2="5393"/>
                        <a14:foregroundMark x1="3571" y1="5239" x2="3571" y2="52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39084" y="5990215"/>
            <a:ext cx="660155" cy="1020097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B6DB012E-F0C3-C732-F326-B021FC21F16F}"/>
              </a:ext>
            </a:extLst>
          </p:cNvPr>
          <p:cNvSpPr/>
          <p:nvPr/>
        </p:nvSpPr>
        <p:spPr>
          <a:xfrm>
            <a:off x="-445484" y="1535803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NFSMW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3C05F2DB-A9E1-EE40-BCF8-B1F873E874EF}"/>
              </a:ext>
            </a:extLst>
          </p:cNvPr>
          <p:cNvSpPr/>
          <p:nvPr/>
        </p:nvSpPr>
        <p:spPr>
          <a:xfrm>
            <a:off x="-552603" y="2706731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BMW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F0EE7B5-1BC5-3B78-0881-6ACA9C4B416E}"/>
              </a:ext>
            </a:extLst>
          </p:cNvPr>
          <p:cNvSpPr/>
          <p:nvPr/>
        </p:nvSpPr>
        <p:spPr>
          <a:xfrm>
            <a:off x="-466797" y="3855988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M3 GTR 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B40774CF-9579-3F99-1E7B-2873A9C0B592}"/>
              </a:ext>
            </a:extLst>
          </p:cNvPr>
          <p:cNvSpPr/>
          <p:nvPr/>
        </p:nvSpPr>
        <p:spPr>
          <a:xfrm>
            <a:off x="5069516" y="1253278"/>
            <a:ext cx="5128715" cy="3987706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pic>
        <p:nvPicPr>
          <p:cNvPr id="38" name="Imagen 37" descr="BMW M3 GTR NEED FOR SPEED MOST WANTED #memories #nfs #flashback #nostalgia  #legend">
            <a:extLst>
              <a:ext uri="{FF2B5EF4-FFF2-40B4-BE49-F238E27FC236}">
                <a16:creationId xmlns:a16="http://schemas.microsoft.com/office/drawing/2014/main" id="{F56B2A03-2770-C393-78F6-A25EA9B6F92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79138" y="1791760"/>
            <a:ext cx="3720872" cy="2790654"/>
          </a:xfrm>
          <a:prstGeom prst="rect">
            <a:avLst/>
          </a:prstGeom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id="{5281439A-C1A6-30AE-9DCF-C86F071C3A4D}"/>
              </a:ext>
            </a:extLst>
          </p:cNvPr>
          <p:cNvGrpSpPr/>
          <p:nvPr/>
        </p:nvGrpSpPr>
        <p:grpSpPr>
          <a:xfrm>
            <a:off x="2812203" y="3673806"/>
            <a:ext cx="4940153" cy="2965436"/>
            <a:chOff x="3286063" y="2046093"/>
            <a:chExt cx="4940153" cy="2965436"/>
          </a:xfrm>
        </p:grpSpPr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FA3EA3E2-17D3-3245-EC28-DCF8B9F1F6B4}"/>
                </a:ext>
              </a:extLst>
            </p:cNvPr>
            <p:cNvSpPr/>
            <p:nvPr/>
          </p:nvSpPr>
          <p:spPr>
            <a:xfrm>
              <a:off x="3286063" y="2046093"/>
              <a:ext cx="4940153" cy="2965436"/>
            </a:xfrm>
            <a:prstGeom prst="roundRect">
              <a:avLst/>
            </a:prstGeom>
            <a:solidFill>
              <a:srgbClr val="5AC1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F0922E1B-B32A-5616-361D-102EDFC004F3}"/>
                </a:ext>
              </a:extLst>
            </p:cNvPr>
            <p:cNvSpPr/>
            <p:nvPr/>
          </p:nvSpPr>
          <p:spPr>
            <a:xfrm>
              <a:off x="4222709" y="2351701"/>
              <a:ext cx="3192186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sz="44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¡Guardado</a:t>
              </a:r>
              <a:r>
                <a:rPr lang="es-MX" sz="36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!</a:t>
              </a:r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BD53C252-16BD-6CFC-33DE-FEE1F5C69411}"/>
                </a:ext>
              </a:extLst>
            </p:cNvPr>
            <p:cNvSpPr/>
            <p:nvPr/>
          </p:nvSpPr>
          <p:spPr>
            <a:xfrm>
              <a:off x="4115260" y="3162387"/>
              <a:ext cx="3407084" cy="95410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sz="28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!Se ha guardado con éxito los datos!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2369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3A3A2-16D2-7477-B8E3-73C1A6A12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6197B5C-B104-663A-0732-D7F2CC81D9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5936" y="937316"/>
            <a:ext cx="10192214" cy="5729726"/>
          </a:xfrm>
          <a:prstGeom prst="rect">
            <a:avLst/>
          </a:prstGeom>
          <a:solidFill>
            <a:srgbClr val="2E7D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EED2719A-A047-5567-F9B3-36FB0403092A}"/>
              </a:ext>
            </a:extLst>
          </p:cNvPr>
          <p:cNvGrpSpPr/>
          <p:nvPr/>
        </p:nvGrpSpPr>
        <p:grpSpPr>
          <a:xfrm>
            <a:off x="10380779" y="2266268"/>
            <a:ext cx="1806617" cy="4568097"/>
            <a:chOff x="10260098" y="1830688"/>
            <a:chExt cx="1806617" cy="4568097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0016D953-8611-F9A8-8D8E-0F0311C07CE0}"/>
                </a:ext>
              </a:extLst>
            </p:cNvPr>
            <p:cNvSpPr/>
            <p:nvPr/>
          </p:nvSpPr>
          <p:spPr>
            <a:xfrm>
              <a:off x="10345356" y="1830688"/>
              <a:ext cx="1721359" cy="4568097"/>
            </a:xfrm>
            <a:prstGeom prst="roundRect">
              <a:avLst/>
            </a:prstGeom>
            <a:solidFill>
              <a:srgbClr val="2E7D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CA79051A-304B-6322-62E3-7EF6735BE064}"/>
                </a:ext>
              </a:extLst>
            </p:cNvPr>
            <p:cNvSpPr/>
            <p:nvPr/>
          </p:nvSpPr>
          <p:spPr>
            <a:xfrm>
              <a:off x="10345356" y="1967558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Accesibilidad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2" name="Imagen 21" descr="Braille - Iconos gratis de educación">
              <a:extLst>
                <a:ext uri="{FF2B5EF4-FFF2-40B4-BE49-F238E27FC236}">
                  <a16:creationId xmlns:a16="http://schemas.microsoft.com/office/drawing/2014/main" id="{373FF609-8FE3-8E77-2D74-FC826571E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41367" y="5206289"/>
              <a:ext cx="929335" cy="929335"/>
            </a:xfrm>
            <a:prstGeom prst="rect">
              <a:avLst/>
            </a:prstGeom>
          </p:spPr>
        </p:pic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8DAD832F-FEB6-3E40-EFE8-A7B2C406A9DB}"/>
                </a:ext>
              </a:extLst>
            </p:cNvPr>
            <p:cNvSpPr/>
            <p:nvPr/>
          </p:nvSpPr>
          <p:spPr>
            <a:xfrm>
              <a:off x="10302727" y="4797242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Braile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4" name="Imagen 23" descr="Translate Icon png images | PNGEgg">
              <a:extLst>
                <a:ext uri="{FF2B5EF4-FFF2-40B4-BE49-F238E27FC236}">
                  <a16:creationId xmlns:a16="http://schemas.microsoft.com/office/drawing/2014/main" id="{A4B331DE-C294-EE34-6913-894DC7A24A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661201" y="2616704"/>
              <a:ext cx="1004410" cy="1004410"/>
            </a:xfrm>
            <a:prstGeom prst="rect">
              <a:avLst/>
            </a:prstGeom>
          </p:spPr>
        </p:pic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D9AC07F6-50E7-C891-111C-377FD38DC1A5}"/>
                </a:ext>
              </a:extLst>
            </p:cNvPr>
            <p:cNvSpPr/>
            <p:nvPr/>
          </p:nvSpPr>
          <p:spPr>
            <a:xfrm>
              <a:off x="10260098" y="2336890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Traductor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6" name="Imagen 25" descr="Text To Speech icon - Free Download PNG &amp; SVG | Streamline">
              <a:extLst>
                <a:ext uri="{FF2B5EF4-FFF2-40B4-BE49-F238E27FC236}">
                  <a16:creationId xmlns:a16="http://schemas.microsoft.com/office/drawing/2014/main" id="{17DF609E-0624-99BA-E62A-3ABF0EC15D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41367" y="3866388"/>
              <a:ext cx="939016" cy="939016"/>
            </a:xfrm>
            <a:prstGeom prst="rect">
              <a:avLst/>
            </a:prstGeom>
          </p:spPr>
        </p:pic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DA3B73CD-A077-811B-B8AB-7102FAA92035}"/>
                </a:ext>
              </a:extLst>
            </p:cNvPr>
            <p:cNvSpPr/>
            <p:nvPr/>
          </p:nvSpPr>
          <p:spPr>
            <a:xfrm>
              <a:off x="10302726" y="3559085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TTS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F03BC9F0-0EEC-4B8F-2BCF-F7FAD8A77EC5}"/>
              </a:ext>
            </a:extLst>
          </p:cNvPr>
          <p:cNvGrpSpPr/>
          <p:nvPr/>
        </p:nvGrpSpPr>
        <p:grpSpPr>
          <a:xfrm>
            <a:off x="724174" y="1935895"/>
            <a:ext cx="881496" cy="854132"/>
            <a:chOff x="1046730" y="2342249"/>
            <a:chExt cx="1136032" cy="1086752"/>
          </a:xfrm>
        </p:grpSpPr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5247D2DC-D25E-07D0-3BBF-D4D1629270DB}"/>
                </a:ext>
              </a:extLst>
            </p:cNvPr>
            <p:cNvSpPr/>
            <p:nvPr/>
          </p:nvSpPr>
          <p:spPr>
            <a:xfrm>
              <a:off x="1046730" y="2342249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8" name="Imagen 7" descr="Client - Free people icons">
              <a:extLst>
                <a:ext uri="{FF2B5EF4-FFF2-40B4-BE49-F238E27FC236}">
                  <a16:creationId xmlns:a16="http://schemas.microsoft.com/office/drawing/2014/main" id="{A9E4C949-995B-0DF8-C3D0-731AFB836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00849" y="2482350"/>
              <a:ext cx="827791" cy="827791"/>
            </a:xfrm>
            <a:prstGeom prst="rect">
              <a:avLst/>
            </a:prstGeom>
          </p:spPr>
        </p:pic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CD4F6EE3-0F6F-23D5-8CF7-543D37E583EA}"/>
              </a:ext>
            </a:extLst>
          </p:cNvPr>
          <p:cNvGrpSpPr/>
          <p:nvPr/>
        </p:nvGrpSpPr>
        <p:grpSpPr>
          <a:xfrm>
            <a:off x="675256" y="3061943"/>
            <a:ext cx="979329" cy="991957"/>
            <a:chOff x="983688" y="3632390"/>
            <a:chExt cx="1262114" cy="1262114"/>
          </a:xfrm>
        </p:grpSpPr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03396A59-B615-417D-CFBF-70424C585AF9}"/>
                </a:ext>
              </a:extLst>
            </p:cNvPr>
            <p:cNvSpPr/>
            <p:nvPr/>
          </p:nvSpPr>
          <p:spPr>
            <a:xfrm>
              <a:off x="1046730" y="3697702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32" name="Imagen 31" descr="Free Vectors | car icon">
              <a:extLst>
                <a:ext uri="{FF2B5EF4-FFF2-40B4-BE49-F238E27FC236}">
                  <a16:creationId xmlns:a16="http://schemas.microsoft.com/office/drawing/2014/main" id="{7CF2492F-2051-1D52-7B19-1C256759B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983688" y="3632390"/>
              <a:ext cx="1262114" cy="1262114"/>
            </a:xfrm>
            <a:prstGeom prst="rect">
              <a:avLst/>
            </a:prstGeom>
          </p:spPr>
        </p:pic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81F6F4A8-FA52-9383-57A2-C1FF7A4B937A}"/>
              </a:ext>
            </a:extLst>
          </p:cNvPr>
          <p:cNvGrpSpPr/>
          <p:nvPr/>
        </p:nvGrpSpPr>
        <p:grpSpPr>
          <a:xfrm>
            <a:off x="738298" y="4325816"/>
            <a:ext cx="881496" cy="854132"/>
            <a:chOff x="1046730" y="5144823"/>
            <a:chExt cx="1136032" cy="1086752"/>
          </a:xfrm>
        </p:grpSpPr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5821ACD6-6457-3A89-9488-5B853A136B53}"/>
                </a:ext>
              </a:extLst>
            </p:cNvPr>
            <p:cNvSpPr/>
            <p:nvPr/>
          </p:nvSpPr>
          <p:spPr>
            <a:xfrm>
              <a:off x="1046730" y="5144823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33" name="Imagen 32" descr="Services - Free industry icons">
              <a:extLst>
                <a:ext uri="{FF2B5EF4-FFF2-40B4-BE49-F238E27FC236}">
                  <a16:creationId xmlns:a16="http://schemas.microsoft.com/office/drawing/2014/main" id="{8F88A1E8-5A6B-C38B-2BD9-1932FCAD0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00850" y="5285375"/>
              <a:ext cx="850420" cy="850420"/>
            </a:xfrm>
            <a:prstGeom prst="rect">
              <a:avLst/>
            </a:prstGeom>
          </p:spPr>
        </p:pic>
      </p:grp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18CBDC47-10CC-A0C2-8EB7-49570792379C}"/>
              </a:ext>
            </a:extLst>
          </p:cNvPr>
          <p:cNvSpPr/>
          <p:nvPr/>
        </p:nvSpPr>
        <p:spPr>
          <a:xfrm>
            <a:off x="4173783" y="5760377"/>
            <a:ext cx="1068260" cy="870420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3" name="Imagen 42" descr="Help - Free interface icons">
            <a:extLst>
              <a:ext uri="{FF2B5EF4-FFF2-40B4-BE49-F238E27FC236}">
                <a16:creationId xmlns:a16="http://schemas.microsoft.com/office/drawing/2014/main" id="{A5A0933C-6BD2-63A7-77B1-F6598F0DBA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7077" y="5844751"/>
            <a:ext cx="701672" cy="701672"/>
          </a:xfrm>
          <a:prstGeom prst="rect">
            <a:avLst/>
          </a:prstGeom>
        </p:spPr>
      </p:pic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0894647D-1EB1-9E06-95CC-494C4515DA11}"/>
              </a:ext>
            </a:extLst>
          </p:cNvPr>
          <p:cNvSpPr/>
          <p:nvPr/>
        </p:nvSpPr>
        <p:spPr>
          <a:xfrm>
            <a:off x="5284672" y="5760377"/>
            <a:ext cx="1068260" cy="870420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2" name="Imagen 51" descr="Exit - Free signs icons">
            <a:extLst>
              <a:ext uri="{FF2B5EF4-FFF2-40B4-BE49-F238E27FC236}">
                <a16:creationId xmlns:a16="http://schemas.microsoft.com/office/drawing/2014/main" id="{D16638FB-1252-641A-FED7-ECF5628803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63882" y="5891170"/>
            <a:ext cx="619144" cy="619144"/>
          </a:xfrm>
          <a:prstGeom prst="rect">
            <a:avLst/>
          </a:prstGeom>
        </p:spPr>
      </p:pic>
      <p:sp>
        <p:nvSpPr>
          <p:cNvPr id="54" name="Rectángulo 53">
            <a:extLst>
              <a:ext uri="{FF2B5EF4-FFF2-40B4-BE49-F238E27FC236}">
                <a16:creationId xmlns:a16="http://schemas.microsoft.com/office/drawing/2014/main" id="{703A7723-62B3-640E-F3DF-D5178B86EC11}"/>
              </a:ext>
            </a:extLst>
          </p:cNvPr>
          <p:cNvSpPr/>
          <p:nvPr/>
        </p:nvSpPr>
        <p:spPr>
          <a:xfrm>
            <a:off x="2060116" y="2026852"/>
            <a:ext cx="164146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Cliente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7993F2F3-0EC1-7AE3-8FD4-7B8B688C6F91}"/>
              </a:ext>
            </a:extLst>
          </p:cNvPr>
          <p:cNvSpPr/>
          <p:nvPr/>
        </p:nvSpPr>
        <p:spPr>
          <a:xfrm>
            <a:off x="2446262" y="5863122"/>
            <a:ext cx="1484341" cy="6649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Ayuda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0462EF56-D27E-D9D9-4E7A-55423CD4ED3E}"/>
              </a:ext>
            </a:extLst>
          </p:cNvPr>
          <p:cNvSpPr/>
          <p:nvPr/>
        </p:nvSpPr>
        <p:spPr>
          <a:xfrm>
            <a:off x="1869367" y="4418688"/>
            <a:ext cx="2022967" cy="6683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Servicios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97633382-C395-4FB6-A577-DE1201374D74}"/>
              </a:ext>
            </a:extLst>
          </p:cNvPr>
          <p:cNvSpPr/>
          <p:nvPr/>
        </p:nvSpPr>
        <p:spPr>
          <a:xfrm>
            <a:off x="6748943" y="5844524"/>
            <a:ext cx="106826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Salir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6AD3C1A3-FD88-6D0E-8BC8-DC019554070F}"/>
              </a:ext>
            </a:extLst>
          </p:cNvPr>
          <p:cNvSpPr/>
          <p:nvPr/>
        </p:nvSpPr>
        <p:spPr>
          <a:xfrm>
            <a:off x="2179081" y="3234755"/>
            <a:ext cx="140353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Autos</a:t>
            </a:r>
          </a:p>
        </p:txBody>
      </p:sp>
      <p:pic>
        <p:nvPicPr>
          <p:cNvPr id="64" name="Imagen 63">
            <a:extLst>
              <a:ext uri="{FF2B5EF4-FFF2-40B4-BE49-F238E27FC236}">
                <a16:creationId xmlns:a16="http://schemas.microsoft.com/office/drawing/2014/main" id="{B9EEF109-6022-E29A-78EB-A29EEF7CB9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76835" y="7931"/>
            <a:ext cx="815499" cy="883062"/>
          </a:xfrm>
          <a:prstGeom prst="rect">
            <a:avLst/>
          </a:prstGeom>
        </p:spPr>
      </p:pic>
      <p:sp>
        <p:nvSpPr>
          <p:cNvPr id="66" name="Rectángulo 65">
            <a:extLst>
              <a:ext uri="{FF2B5EF4-FFF2-40B4-BE49-F238E27FC236}">
                <a16:creationId xmlns:a16="http://schemas.microsoft.com/office/drawing/2014/main" id="{FDD80152-1845-2563-2667-B77C4F85DFA4}"/>
              </a:ext>
            </a:extLst>
          </p:cNvPr>
          <p:cNvSpPr/>
          <p:nvPr/>
        </p:nvSpPr>
        <p:spPr>
          <a:xfrm>
            <a:off x="4103202" y="64741"/>
            <a:ext cx="34312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SERVITECA</a:t>
            </a:r>
            <a:endParaRPr lang="es-MX" sz="4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EBA3A1F-478C-0AF7-C5D7-8947DDF09E7E}"/>
              </a:ext>
            </a:extLst>
          </p:cNvPr>
          <p:cNvSpPr/>
          <p:nvPr/>
        </p:nvSpPr>
        <p:spPr>
          <a:xfrm>
            <a:off x="4928907" y="2128093"/>
            <a:ext cx="3855174" cy="2258723"/>
          </a:xfrm>
          <a:prstGeom prst="roundRect">
            <a:avLst/>
          </a:prstGeom>
          <a:solidFill>
            <a:srgbClr val="5AC13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202561C-2697-9023-66B1-11927CA01AF8}"/>
              </a:ext>
            </a:extLst>
          </p:cNvPr>
          <p:cNvSpPr/>
          <p:nvPr/>
        </p:nvSpPr>
        <p:spPr>
          <a:xfrm>
            <a:off x="5362294" y="2415612"/>
            <a:ext cx="1284024" cy="4652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Agregar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1A13091-EE55-D952-C567-497F3E911416}"/>
              </a:ext>
            </a:extLst>
          </p:cNvPr>
          <p:cNvSpPr/>
          <p:nvPr/>
        </p:nvSpPr>
        <p:spPr>
          <a:xfrm>
            <a:off x="5327503" y="2980620"/>
            <a:ext cx="158531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Consultar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A25A7F7-6E04-96AA-5CA8-7893AFEF993E}"/>
              </a:ext>
            </a:extLst>
          </p:cNvPr>
          <p:cNvSpPr/>
          <p:nvPr/>
        </p:nvSpPr>
        <p:spPr>
          <a:xfrm>
            <a:off x="5242043" y="3540340"/>
            <a:ext cx="1284024" cy="4652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Listar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Imagen 1" descr="Mouse Click Png - Mouse Pointer Transparent, Png Download -  1602x2400(#847945) - PngFind">
            <a:extLst>
              <a:ext uri="{FF2B5EF4-FFF2-40B4-BE49-F238E27FC236}">
                <a16:creationId xmlns:a16="http://schemas.microsoft.com/office/drawing/2014/main" id="{2D0055C1-0F63-4C6D-1A78-DE2CCA52C14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5239" b="91757" l="3571" r="92024">
                        <a14:foregroundMark x1="7381" y1="46764" x2="7381" y2="46764"/>
                        <a14:foregroundMark x1="4167" y1="64561" x2="4167" y2="64561"/>
                        <a14:foregroundMark x1="50595" y1="91757" x2="50595" y2="91757"/>
                        <a14:foregroundMark x1="47024" y1="90062" x2="49405" y2="90755"/>
                        <a14:foregroundMark x1="92024" y1="64176" x2="92024" y2="64176"/>
                        <a14:foregroundMark x1="4167" y1="5393" x2="4167" y2="5393"/>
                        <a14:foregroundMark x1="3571" y1="5239" x2="3571" y2="52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95292" y="3071717"/>
            <a:ext cx="660155" cy="102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256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0A2C1-160B-C034-1F89-67A12438D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CC3F6EE-B1D9-85DE-DBFA-D696310832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5936" y="937316"/>
            <a:ext cx="10192214" cy="5729726"/>
          </a:xfrm>
          <a:prstGeom prst="rect">
            <a:avLst/>
          </a:prstGeom>
          <a:solidFill>
            <a:srgbClr val="2E7D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6A44A112-80AD-7333-4753-B02C3D424D38}"/>
              </a:ext>
            </a:extLst>
          </p:cNvPr>
          <p:cNvGrpSpPr/>
          <p:nvPr/>
        </p:nvGrpSpPr>
        <p:grpSpPr>
          <a:xfrm>
            <a:off x="10380779" y="2266268"/>
            <a:ext cx="1806617" cy="4568097"/>
            <a:chOff x="10260098" y="1830688"/>
            <a:chExt cx="1806617" cy="4568097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F03371A5-42F1-D9B5-C98B-87D5B5672750}"/>
                </a:ext>
              </a:extLst>
            </p:cNvPr>
            <p:cNvSpPr/>
            <p:nvPr/>
          </p:nvSpPr>
          <p:spPr>
            <a:xfrm>
              <a:off x="10345356" y="1830688"/>
              <a:ext cx="1721359" cy="4568097"/>
            </a:xfrm>
            <a:prstGeom prst="roundRect">
              <a:avLst/>
            </a:prstGeom>
            <a:solidFill>
              <a:srgbClr val="2E7D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BE651EA9-A4CA-FC08-1174-83AACD0FFB51}"/>
                </a:ext>
              </a:extLst>
            </p:cNvPr>
            <p:cNvSpPr/>
            <p:nvPr/>
          </p:nvSpPr>
          <p:spPr>
            <a:xfrm>
              <a:off x="10345356" y="1967558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Accesibilidad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2" name="Imagen 21" descr="Braille - Iconos gratis de educación">
              <a:extLst>
                <a:ext uri="{FF2B5EF4-FFF2-40B4-BE49-F238E27FC236}">
                  <a16:creationId xmlns:a16="http://schemas.microsoft.com/office/drawing/2014/main" id="{4953E69F-484A-E741-F79D-9A02A2A670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41367" y="5206289"/>
              <a:ext cx="929335" cy="929335"/>
            </a:xfrm>
            <a:prstGeom prst="rect">
              <a:avLst/>
            </a:prstGeom>
          </p:spPr>
        </p:pic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6C270B80-F453-0E71-6B37-2C6B07B664A2}"/>
                </a:ext>
              </a:extLst>
            </p:cNvPr>
            <p:cNvSpPr/>
            <p:nvPr/>
          </p:nvSpPr>
          <p:spPr>
            <a:xfrm>
              <a:off x="10302727" y="4797242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Braile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4" name="Imagen 23" descr="Translate Icon png images | PNGEgg">
              <a:extLst>
                <a:ext uri="{FF2B5EF4-FFF2-40B4-BE49-F238E27FC236}">
                  <a16:creationId xmlns:a16="http://schemas.microsoft.com/office/drawing/2014/main" id="{48D1313B-5C78-2C23-DFC8-668798D6C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661201" y="2616704"/>
              <a:ext cx="1004410" cy="1004410"/>
            </a:xfrm>
            <a:prstGeom prst="rect">
              <a:avLst/>
            </a:prstGeom>
          </p:spPr>
        </p:pic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2FD0FFFF-4E3F-9369-0551-C2292E06F562}"/>
                </a:ext>
              </a:extLst>
            </p:cNvPr>
            <p:cNvSpPr/>
            <p:nvPr/>
          </p:nvSpPr>
          <p:spPr>
            <a:xfrm>
              <a:off x="10260098" y="2336890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Traductor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6" name="Imagen 25" descr="Text To Speech icon - Free Download PNG &amp; SVG | Streamline">
              <a:extLst>
                <a:ext uri="{FF2B5EF4-FFF2-40B4-BE49-F238E27FC236}">
                  <a16:creationId xmlns:a16="http://schemas.microsoft.com/office/drawing/2014/main" id="{5390FC30-906C-185E-CAAD-78E795FE6C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41367" y="3866388"/>
              <a:ext cx="939016" cy="939016"/>
            </a:xfrm>
            <a:prstGeom prst="rect">
              <a:avLst/>
            </a:prstGeom>
          </p:spPr>
        </p:pic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A74C1E1D-C848-C78E-F20F-1EB8EF9DA774}"/>
                </a:ext>
              </a:extLst>
            </p:cNvPr>
            <p:cNvSpPr/>
            <p:nvPr/>
          </p:nvSpPr>
          <p:spPr>
            <a:xfrm>
              <a:off x="10302726" y="3559085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TTS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64" name="Imagen 63">
            <a:extLst>
              <a:ext uri="{FF2B5EF4-FFF2-40B4-BE49-F238E27FC236}">
                <a16:creationId xmlns:a16="http://schemas.microsoft.com/office/drawing/2014/main" id="{33252C98-EC89-1E5A-EDB2-96103D454B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6835" y="7931"/>
            <a:ext cx="815499" cy="883062"/>
          </a:xfrm>
          <a:prstGeom prst="rect">
            <a:avLst/>
          </a:prstGeom>
        </p:spPr>
      </p:pic>
      <p:sp>
        <p:nvSpPr>
          <p:cNvPr id="66" name="Rectángulo 65">
            <a:extLst>
              <a:ext uri="{FF2B5EF4-FFF2-40B4-BE49-F238E27FC236}">
                <a16:creationId xmlns:a16="http://schemas.microsoft.com/office/drawing/2014/main" id="{DFBCA9AC-3A24-74F2-E698-C0E5852D5927}"/>
              </a:ext>
            </a:extLst>
          </p:cNvPr>
          <p:cNvSpPr/>
          <p:nvPr/>
        </p:nvSpPr>
        <p:spPr>
          <a:xfrm>
            <a:off x="4103202" y="64741"/>
            <a:ext cx="34312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SERVITECA</a:t>
            </a:r>
            <a:endParaRPr lang="es-MX" sz="4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51992311-E79C-B4C4-D434-E21C71333706}"/>
              </a:ext>
            </a:extLst>
          </p:cNvPr>
          <p:cNvSpPr/>
          <p:nvPr/>
        </p:nvSpPr>
        <p:spPr>
          <a:xfrm>
            <a:off x="252558" y="1392720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7AD22A0-8FD0-42DC-65E2-068FAA5DC389}"/>
              </a:ext>
            </a:extLst>
          </p:cNvPr>
          <p:cNvSpPr/>
          <p:nvPr/>
        </p:nvSpPr>
        <p:spPr>
          <a:xfrm>
            <a:off x="-323547" y="1938237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Nombre 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8D4030DD-DB5F-D506-F4AF-4B568CE041B1}"/>
              </a:ext>
            </a:extLst>
          </p:cNvPr>
          <p:cNvSpPr/>
          <p:nvPr/>
        </p:nvSpPr>
        <p:spPr>
          <a:xfrm>
            <a:off x="202186" y="2393681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BF303A4-358B-1067-B6FF-5BA8D8FB88BA}"/>
              </a:ext>
            </a:extLst>
          </p:cNvPr>
          <p:cNvSpPr/>
          <p:nvPr/>
        </p:nvSpPr>
        <p:spPr>
          <a:xfrm>
            <a:off x="-169506" y="2936476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Placa del carro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F4064912-2484-653E-B8F5-23142508C4E3}"/>
              </a:ext>
            </a:extLst>
          </p:cNvPr>
          <p:cNvSpPr/>
          <p:nvPr/>
        </p:nvSpPr>
        <p:spPr>
          <a:xfrm>
            <a:off x="202187" y="3427319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9D49A01B-64AA-8966-BFFE-C004ED958561}"/>
              </a:ext>
            </a:extLst>
          </p:cNvPr>
          <p:cNvSpPr/>
          <p:nvPr/>
        </p:nvSpPr>
        <p:spPr>
          <a:xfrm>
            <a:off x="114805" y="3932183"/>
            <a:ext cx="318147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Servicio prestado</a:t>
            </a:r>
            <a:endParaRPr lang="es-MX" sz="4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D3A25BED-4ECC-C366-B226-5E9A3FEBA1E5}"/>
              </a:ext>
            </a:extLst>
          </p:cNvPr>
          <p:cNvSpPr/>
          <p:nvPr/>
        </p:nvSpPr>
        <p:spPr>
          <a:xfrm>
            <a:off x="252557" y="4491011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7435706D-F06C-FB02-C41D-5028B109230A}"/>
              </a:ext>
            </a:extLst>
          </p:cNvPr>
          <p:cNvSpPr/>
          <p:nvPr/>
        </p:nvSpPr>
        <p:spPr>
          <a:xfrm>
            <a:off x="-92654" y="5044720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Fecha del Servi</a:t>
            </a:r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cio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0E351C75-EC8D-27A9-9B52-E60ABACBB79B}"/>
              </a:ext>
            </a:extLst>
          </p:cNvPr>
          <p:cNvSpPr/>
          <p:nvPr/>
        </p:nvSpPr>
        <p:spPr>
          <a:xfrm>
            <a:off x="202187" y="5550765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dirty="0"/>
          </a:p>
        </p:txBody>
      </p:sp>
      <p:pic>
        <p:nvPicPr>
          <p:cNvPr id="69" name="Imagen 68" descr="Return Icon Collection for Easy Customer Returns">
            <a:extLst>
              <a:ext uri="{FF2B5EF4-FFF2-40B4-BE49-F238E27FC236}">
                <a16:creationId xmlns:a16="http://schemas.microsoft.com/office/drawing/2014/main" id="{B9E4F788-07D3-BEBF-F2B7-07B3651C2D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38416" y="5586097"/>
            <a:ext cx="904999" cy="904999"/>
          </a:xfrm>
          <a:prstGeom prst="rect">
            <a:avLst/>
          </a:prstGeom>
        </p:spPr>
      </p:pic>
      <p:sp>
        <p:nvSpPr>
          <p:cNvPr id="71" name="Rectángulo 70">
            <a:extLst>
              <a:ext uri="{FF2B5EF4-FFF2-40B4-BE49-F238E27FC236}">
                <a16:creationId xmlns:a16="http://schemas.microsoft.com/office/drawing/2014/main" id="{4890A499-9BF2-D226-E74F-A3D7EB70BAB3}"/>
              </a:ext>
            </a:extLst>
          </p:cNvPr>
          <p:cNvSpPr/>
          <p:nvPr/>
        </p:nvSpPr>
        <p:spPr>
          <a:xfrm>
            <a:off x="7595100" y="5818347"/>
            <a:ext cx="166689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Regresar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962355E-D819-1994-5163-DBD814B05821}"/>
              </a:ext>
            </a:extLst>
          </p:cNvPr>
          <p:cNvSpPr/>
          <p:nvPr/>
        </p:nvSpPr>
        <p:spPr>
          <a:xfrm>
            <a:off x="-323548" y="962642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Identificacion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73DAF77-F5B6-FABB-A3FC-510CB28775EE}"/>
              </a:ext>
            </a:extLst>
          </p:cNvPr>
          <p:cNvSpPr/>
          <p:nvPr/>
        </p:nvSpPr>
        <p:spPr>
          <a:xfrm>
            <a:off x="5559015" y="1975355"/>
            <a:ext cx="3619827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Ingrese la identificación 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07898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8FC66-0371-567A-FB81-59AE37676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5B024C6-28A4-C4F9-7BFB-1B0100DA45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5936" y="937316"/>
            <a:ext cx="10192214" cy="5729726"/>
          </a:xfrm>
          <a:prstGeom prst="rect">
            <a:avLst/>
          </a:prstGeom>
          <a:solidFill>
            <a:srgbClr val="2E7D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C4578B09-BE01-7777-6E95-217A83AD70CA}"/>
              </a:ext>
            </a:extLst>
          </p:cNvPr>
          <p:cNvGrpSpPr/>
          <p:nvPr/>
        </p:nvGrpSpPr>
        <p:grpSpPr>
          <a:xfrm>
            <a:off x="10380779" y="2266268"/>
            <a:ext cx="1806617" cy="4568097"/>
            <a:chOff x="10260098" y="1830688"/>
            <a:chExt cx="1806617" cy="4568097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CA62D939-D8DE-770F-8E26-6506E5EF2E3E}"/>
                </a:ext>
              </a:extLst>
            </p:cNvPr>
            <p:cNvSpPr/>
            <p:nvPr/>
          </p:nvSpPr>
          <p:spPr>
            <a:xfrm>
              <a:off x="10345356" y="1830688"/>
              <a:ext cx="1721359" cy="4568097"/>
            </a:xfrm>
            <a:prstGeom prst="roundRect">
              <a:avLst/>
            </a:prstGeom>
            <a:solidFill>
              <a:srgbClr val="2E7D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E8A0F271-22EA-E901-DBAB-AC6D245E459E}"/>
                </a:ext>
              </a:extLst>
            </p:cNvPr>
            <p:cNvSpPr/>
            <p:nvPr/>
          </p:nvSpPr>
          <p:spPr>
            <a:xfrm>
              <a:off x="10345356" y="1967558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Accesibilidad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2" name="Imagen 21" descr="Braille - Iconos gratis de educación">
              <a:extLst>
                <a:ext uri="{FF2B5EF4-FFF2-40B4-BE49-F238E27FC236}">
                  <a16:creationId xmlns:a16="http://schemas.microsoft.com/office/drawing/2014/main" id="{4DBAA93E-474A-84D0-012F-F8450B35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41367" y="5206289"/>
              <a:ext cx="929335" cy="929335"/>
            </a:xfrm>
            <a:prstGeom prst="rect">
              <a:avLst/>
            </a:prstGeom>
          </p:spPr>
        </p:pic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25D19C9B-4F1A-BE63-B15A-2FC55CC3E706}"/>
                </a:ext>
              </a:extLst>
            </p:cNvPr>
            <p:cNvSpPr/>
            <p:nvPr/>
          </p:nvSpPr>
          <p:spPr>
            <a:xfrm>
              <a:off x="10302727" y="4797242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Braile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4" name="Imagen 23" descr="Translate Icon png images | PNGEgg">
              <a:extLst>
                <a:ext uri="{FF2B5EF4-FFF2-40B4-BE49-F238E27FC236}">
                  <a16:creationId xmlns:a16="http://schemas.microsoft.com/office/drawing/2014/main" id="{A8D86BD3-DE56-8461-6C0A-D1A5134DF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661201" y="2616704"/>
              <a:ext cx="1004410" cy="1004410"/>
            </a:xfrm>
            <a:prstGeom prst="rect">
              <a:avLst/>
            </a:prstGeom>
          </p:spPr>
        </p:pic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8F1F2DD7-4C63-22EF-ECCE-06A296223DD6}"/>
                </a:ext>
              </a:extLst>
            </p:cNvPr>
            <p:cNvSpPr/>
            <p:nvPr/>
          </p:nvSpPr>
          <p:spPr>
            <a:xfrm>
              <a:off x="10260098" y="2336890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Traductor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6" name="Imagen 25" descr="Text To Speech icon - Free Download PNG &amp; SVG | Streamline">
              <a:extLst>
                <a:ext uri="{FF2B5EF4-FFF2-40B4-BE49-F238E27FC236}">
                  <a16:creationId xmlns:a16="http://schemas.microsoft.com/office/drawing/2014/main" id="{DED7DE62-35B3-030A-E86D-D875CE9D2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41367" y="3866388"/>
              <a:ext cx="939016" cy="939016"/>
            </a:xfrm>
            <a:prstGeom prst="rect">
              <a:avLst/>
            </a:prstGeom>
          </p:spPr>
        </p:pic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B9A636EB-FC3C-8E12-C8E9-CB4739259B21}"/>
                </a:ext>
              </a:extLst>
            </p:cNvPr>
            <p:cNvSpPr/>
            <p:nvPr/>
          </p:nvSpPr>
          <p:spPr>
            <a:xfrm>
              <a:off x="10302726" y="3559085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TTS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64" name="Imagen 63">
            <a:extLst>
              <a:ext uri="{FF2B5EF4-FFF2-40B4-BE49-F238E27FC236}">
                <a16:creationId xmlns:a16="http://schemas.microsoft.com/office/drawing/2014/main" id="{10919621-D8DA-3DD2-B967-C8A645BBB5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6835" y="7931"/>
            <a:ext cx="815499" cy="883062"/>
          </a:xfrm>
          <a:prstGeom prst="rect">
            <a:avLst/>
          </a:prstGeom>
        </p:spPr>
      </p:pic>
      <p:sp>
        <p:nvSpPr>
          <p:cNvPr id="66" name="Rectángulo 65">
            <a:extLst>
              <a:ext uri="{FF2B5EF4-FFF2-40B4-BE49-F238E27FC236}">
                <a16:creationId xmlns:a16="http://schemas.microsoft.com/office/drawing/2014/main" id="{E1556794-13E3-B762-D9CB-61B157418621}"/>
              </a:ext>
            </a:extLst>
          </p:cNvPr>
          <p:cNvSpPr/>
          <p:nvPr/>
        </p:nvSpPr>
        <p:spPr>
          <a:xfrm>
            <a:off x="4103202" y="64741"/>
            <a:ext cx="34312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SERVITECA</a:t>
            </a:r>
            <a:endParaRPr lang="es-MX" sz="4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7BD9B92-2181-23DE-966F-F4BBE9A13145}"/>
              </a:ext>
            </a:extLst>
          </p:cNvPr>
          <p:cNvSpPr/>
          <p:nvPr/>
        </p:nvSpPr>
        <p:spPr>
          <a:xfrm>
            <a:off x="252558" y="1392720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AF80D26-FFE5-14ED-F756-AB236B76039D}"/>
              </a:ext>
            </a:extLst>
          </p:cNvPr>
          <p:cNvSpPr/>
          <p:nvPr/>
        </p:nvSpPr>
        <p:spPr>
          <a:xfrm>
            <a:off x="-323547" y="1938237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Nombre 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14009BEC-0A9E-0778-0954-07966B3EC9EF}"/>
              </a:ext>
            </a:extLst>
          </p:cNvPr>
          <p:cNvSpPr/>
          <p:nvPr/>
        </p:nvSpPr>
        <p:spPr>
          <a:xfrm>
            <a:off x="202186" y="2393681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F18D20B-2EC1-BF28-9EE2-3556B8E2635C}"/>
              </a:ext>
            </a:extLst>
          </p:cNvPr>
          <p:cNvSpPr/>
          <p:nvPr/>
        </p:nvSpPr>
        <p:spPr>
          <a:xfrm>
            <a:off x="-169506" y="2936476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Placa del carro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55A720DA-C27A-1E03-6B5A-55767EE81C47}"/>
              </a:ext>
            </a:extLst>
          </p:cNvPr>
          <p:cNvSpPr/>
          <p:nvPr/>
        </p:nvSpPr>
        <p:spPr>
          <a:xfrm>
            <a:off x="202187" y="3427319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24758B7B-7C04-082C-850E-4BBFFAAF832B}"/>
              </a:ext>
            </a:extLst>
          </p:cNvPr>
          <p:cNvSpPr/>
          <p:nvPr/>
        </p:nvSpPr>
        <p:spPr>
          <a:xfrm>
            <a:off x="114805" y="3932183"/>
            <a:ext cx="318147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Servicio prestado</a:t>
            </a:r>
            <a:endParaRPr lang="es-MX" sz="4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28EA7233-FD4E-9E5F-2016-B1D2F3990638}"/>
              </a:ext>
            </a:extLst>
          </p:cNvPr>
          <p:cNvSpPr/>
          <p:nvPr/>
        </p:nvSpPr>
        <p:spPr>
          <a:xfrm>
            <a:off x="252557" y="4491011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8560E40F-A4BD-2BB9-5AA6-3C1429272505}"/>
              </a:ext>
            </a:extLst>
          </p:cNvPr>
          <p:cNvSpPr/>
          <p:nvPr/>
        </p:nvSpPr>
        <p:spPr>
          <a:xfrm>
            <a:off x="-92654" y="5044720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Fecha del Servi</a:t>
            </a:r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cio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DC6ACAFB-3E8E-16AB-DFE4-C31E5578B163}"/>
              </a:ext>
            </a:extLst>
          </p:cNvPr>
          <p:cNvSpPr/>
          <p:nvPr/>
        </p:nvSpPr>
        <p:spPr>
          <a:xfrm>
            <a:off x="202187" y="5550765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dirty="0"/>
          </a:p>
        </p:txBody>
      </p:sp>
      <p:pic>
        <p:nvPicPr>
          <p:cNvPr id="69" name="Imagen 68" descr="Return Icon Collection for Easy Customer Returns">
            <a:extLst>
              <a:ext uri="{FF2B5EF4-FFF2-40B4-BE49-F238E27FC236}">
                <a16:creationId xmlns:a16="http://schemas.microsoft.com/office/drawing/2014/main" id="{2C49FD3C-BFAC-5BF9-8651-35FECF9DCF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66302" y="5681873"/>
            <a:ext cx="904999" cy="904999"/>
          </a:xfrm>
          <a:prstGeom prst="rect">
            <a:avLst/>
          </a:prstGeom>
        </p:spPr>
      </p:pic>
      <p:sp>
        <p:nvSpPr>
          <p:cNvPr id="71" name="Rectángulo 70">
            <a:extLst>
              <a:ext uri="{FF2B5EF4-FFF2-40B4-BE49-F238E27FC236}">
                <a16:creationId xmlns:a16="http://schemas.microsoft.com/office/drawing/2014/main" id="{35BD958C-57BB-BC62-42AB-13E30D6DA1D0}"/>
              </a:ext>
            </a:extLst>
          </p:cNvPr>
          <p:cNvSpPr/>
          <p:nvPr/>
        </p:nvSpPr>
        <p:spPr>
          <a:xfrm>
            <a:off x="7722986" y="5914123"/>
            <a:ext cx="166689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Regresar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4BA27F6-986A-0B3E-E5B5-D4465D5E52DA}"/>
              </a:ext>
            </a:extLst>
          </p:cNvPr>
          <p:cNvSpPr/>
          <p:nvPr/>
        </p:nvSpPr>
        <p:spPr>
          <a:xfrm>
            <a:off x="-323548" y="962642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Identificacion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E123706-D4DD-AFD4-5FAA-132DC3CCD75D}"/>
              </a:ext>
            </a:extLst>
          </p:cNvPr>
          <p:cNvSpPr/>
          <p:nvPr/>
        </p:nvSpPr>
        <p:spPr>
          <a:xfrm>
            <a:off x="5559015" y="1975355"/>
            <a:ext cx="3619827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Ingrese la identificación 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A9169DD-FF4D-8B66-39CB-6953ED7C330E}"/>
              </a:ext>
            </a:extLst>
          </p:cNvPr>
          <p:cNvGrpSpPr/>
          <p:nvPr/>
        </p:nvGrpSpPr>
        <p:grpSpPr>
          <a:xfrm>
            <a:off x="3286063" y="2046093"/>
            <a:ext cx="4940153" cy="2965436"/>
            <a:chOff x="3286063" y="2046093"/>
            <a:chExt cx="4940153" cy="2965436"/>
          </a:xfrm>
        </p:grpSpPr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27927663-66CE-3660-4896-6FB76B8D56B6}"/>
                </a:ext>
              </a:extLst>
            </p:cNvPr>
            <p:cNvSpPr/>
            <p:nvPr/>
          </p:nvSpPr>
          <p:spPr>
            <a:xfrm>
              <a:off x="3286063" y="2046093"/>
              <a:ext cx="4940153" cy="2965436"/>
            </a:xfrm>
            <a:prstGeom prst="roundRect">
              <a:avLst/>
            </a:prstGeom>
            <a:solidFill>
              <a:srgbClr val="5AC1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D7DCFDFE-F3C9-0C9F-849F-34E0C637C0AA}"/>
                </a:ext>
              </a:extLst>
            </p:cNvPr>
            <p:cNvSpPr/>
            <p:nvPr/>
          </p:nvSpPr>
          <p:spPr>
            <a:xfrm>
              <a:off x="4009514" y="2419007"/>
              <a:ext cx="3407084" cy="224676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sz="28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No se han encontrado ningún servicio o carro asociado a esta identificación</a:t>
              </a:r>
            </a:p>
          </p:txBody>
        </p:sp>
      </p:grp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A141DC2-6623-464A-88A7-C36F8F1D14BE}"/>
              </a:ext>
            </a:extLst>
          </p:cNvPr>
          <p:cNvSpPr/>
          <p:nvPr/>
        </p:nvSpPr>
        <p:spPr>
          <a:xfrm>
            <a:off x="-28446" y="1439118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10101010101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7076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AF058-C785-5CE7-B5B8-316E0C366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0D6769B-17E1-1DCC-7B70-842A4494FA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5936" y="937316"/>
            <a:ext cx="10192214" cy="5729726"/>
          </a:xfrm>
          <a:prstGeom prst="rect">
            <a:avLst/>
          </a:prstGeom>
          <a:solidFill>
            <a:srgbClr val="2E7D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59BFC4CB-7366-7D5D-194F-E5E5B9DBA87E}"/>
              </a:ext>
            </a:extLst>
          </p:cNvPr>
          <p:cNvGrpSpPr/>
          <p:nvPr/>
        </p:nvGrpSpPr>
        <p:grpSpPr>
          <a:xfrm>
            <a:off x="10380779" y="2266268"/>
            <a:ext cx="1806617" cy="4568097"/>
            <a:chOff x="10260098" y="1830688"/>
            <a:chExt cx="1806617" cy="4568097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C313BD9C-7ED7-038C-3778-F1CD1B681349}"/>
                </a:ext>
              </a:extLst>
            </p:cNvPr>
            <p:cNvSpPr/>
            <p:nvPr/>
          </p:nvSpPr>
          <p:spPr>
            <a:xfrm>
              <a:off x="10345356" y="1830688"/>
              <a:ext cx="1721359" cy="4568097"/>
            </a:xfrm>
            <a:prstGeom prst="roundRect">
              <a:avLst/>
            </a:prstGeom>
            <a:solidFill>
              <a:srgbClr val="2E7D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37EF1930-EEB1-6894-2702-EC269F3F2846}"/>
                </a:ext>
              </a:extLst>
            </p:cNvPr>
            <p:cNvSpPr/>
            <p:nvPr/>
          </p:nvSpPr>
          <p:spPr>
            <a:xfrm>
              <a:off x="10345356" y="1967558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Accesibilidad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2" name="Imagen 21" descr="Braille - Iconos gratis de educación">
              <a:extLst>
                <a:ext uri="{FF2B5EF4-FFF2-40B4-BE49-F238E27FC236}">
                  <a16:creationId xmlns:a16="http://schemas.microsoft.com/office/drawing/2014/main" id="{13FB95FA-15A6-83AC-061B-AB8C722B2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41367" y="5206289"/>
              <a:ext cx="929335" cy="929335"/>
            </a:xfrm>
            <a:prstGeom prst="rect">
              <a:avLst/>
            </a:prstGeom>
          </p:spPr>
        </p:pic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A4EE8928-A511-4506-3BDB-5DFB8A2907B0}"/>
                </a:ext>
              </a:extLst>
            </p:cNvPr>
            <p:cNvSpPr/>
            <p:nvPr/>
          </p:nvSpPr>
          <p:spPr>
            <a:xfrm>
              <a:off x="10302727" y="4797242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Braile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4" name="Imagen 23" descr="Translate Icon png images | PNGEgg">
              <a:extLst>
                <a:ext uri="{FF2B5EF4-FFF2-40B4-BE49-F238E27FC236}">
                  <a16:creationId xmlns:a16="http://schemas.microsoft.com/office/drawing/2014/main" id="{269D9DC9-3358-6BF4-2D76-7467DD4EF4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661201" y="2616704"/>
              <a:ext cx="1004410" cy="1004410"/>
            </a:xfrm>
            <a:prstGeom prst="rect">
              <a:avLst/>
            </a:prstGeom>
          </p:spPr>
        </p:pic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435E2CCF-068E-8CEC-ACA9-03682EDA0995}"/>
                </a:ext>
              </a:extLst>
            </p:cNvPr>
            <p:cNvSpPr/>
            <p:nvPr/>
          </p:nvSpPr>
          <p:spPr>
            <a:xfrm>
              <a:off x="10260098" y="2336890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Traductor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6" name="Imagen 25" descr="Text To Speech icon - Free Download PNG &amp; SVG | Streamline">
              <a:extLst>
                <a:ext uri="{FF2B5EF4-FFF2-40B4-BE49-F238E27FC236}">
                  <a16:creationId xmlns:a16="http://schemas.microsoft.com/office/drawing/2014/main" id="{A7E751B3-18DA-46B0-7465-1C8B4FD550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41367" y="3866388"/>
              <a:ext cx="939016" cy="939016"/>
            </a:xfrm>
            <a:prstGeom prst="rect">
              <a:avLst/>
            </a:prstGeom>
          </p:spPr>
        </p:pic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C4CE4FB4-E00B-D7DD-3DA7-0A321097BE2D}"/>
                </a:ext>
              </a:extLst>
            </p:cNvPr>
            <p:cNvSpPr/>
            <p:nvPr/>
          </p:nvSpPr>
          <p:spPr>
            <a:xfrm>
              <a:off x="10302726" y="3559085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TTS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D0F19480-2F54-EE8A-6E6A-DA3AB008F2DB}"/>
              </a:ext>
            </a:extLst>
          </p:cNvPr>
          <p:cNvGrpSpPr/>
          <p:nvPr/>
        </p:nvGrpSpPr>
        <p:grpSpPr>
          <a:xfrm>
            <a:off x="724174" y="1935895"/>
            <a:ext cx="881496" cy="854132"/>
            <a:chOff x="1046730" y="2342249"/>
            <a:chExt cx="1136032" cy="1086752"/>
          </a:xfrm>
        </p:grpSpPr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99F41BED-4DB8-4BA5-4A77-E7D10CB63FA3}"/>
                </a:ext>
              </a:extLst>
            </p:cNvPr>
            <p:cNvSpPr/>
            <p:nvPr/>
          </p:nvSpPr>
          <p:spPr>
            <a:xfrm>
              <a:off x="1046730" y="2342249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8" name="Imagen 7" descr="Client - Free people icons">
              <a:extLst>
                <a:ext uri="{FF2B5EF4-FFF2-40B4-BE49-F238E27FC236}">
                  <a16:creationId xmlns:a16="http://schemas.microsoft.com/office/drawing/2014/main" id="{B4645FF2-3854-3350-EB13-68DAFF4C3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00849" y="2482350"/>
              <a:ext cx="827791" cy="827791"/>
            </a:xfrm>
            <a:prstGeom prst="rect">
              <a:avLst/>
            </a:prstGeom>
          </p:spPr>
        </p:pic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F73B7466-C798-3ACD-24A6-47882C7B94B0}"/>
              </a:ext>
            </a:extLst>
          </p:cNvPr>
          <p:cNvGrpSpPr/>
          <p:nvPr/>
        </p:nvGrpSpPr>
        <p:grpSpPr>
          <a:xfrm>
            <a:off x="675256" y="3061943"/>
            <a:ext cx="979329" cy="991957"/>
            <a:chOff x="983688" y="3632390"/>
            <a:chExt cx="1262114" cy="1262114"/>
          </a:xfrm>
        </p:grpSpPr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3F4593F7-DEE7-984A-EF56-474389334D74}"/>
                </a:ext>
              </a:extLst>
            </p:cNvPr>
            <p:cNvSpPr/>
            <p:nvPr/>
          </p:nvSpPr>
          <p:spPr>
            <a:xfrm>
              <a:off x="1046730" y="3697702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32" name="Imagen 31" descr="Free Vectors | car icon">
              <a:extLst>
                <a:ext uri="{FF2B5EF4-FFF2-40B4-BE49-F238E27FC236}">
                  <a16:creationId xmlns:a16="http://schemas.microsoft.com/office/drawing/2014/main" id="{1388DBF5-B97B-1B89-FCA4-E752E2395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983688" y="3632390"/>
              <a:ext cx="1262114" cy="1262114"/>
            </a:xfrm>
            <a:prstGeom prst="rect">
              <a:avLst/>
            </a:prstGeom>
          </p:spPr>
        </p:pic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49AB034C-9569-B846-A6EC-136DBEF9FAE6}"/>
              </a:ext>
            </a:extLst>
          </p:cNvPr>
          <p:cNvGrpSpPr/>
          <p:nvPr/>
        </p:nvGrpSpPr>
        <p:grpSpPr>
          <a:xfrm>
            <a:off x="738298" y="4325816"/>
            <a:ext cx="881496" cy="854132"/>
            <a:chOff x="1046730" y="5144823"/>
            <a:chExt cx="1136032" cy="1086752"/>
          </a:xfrm>
        </p:grpSpPr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080BD71C-8C1F-A0F4-76D0-C3CBCEADA6A2}"/>
                </a:ext>
              </a:extLst>
            </p:cNvPr>
            <p:cNvSpPr/>
            <p:nvPr/>
          </p:nvSpPr>
          <p:spPr>
            <a:xfrm>
              <a:off x="1046730" y="5144823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33" name="Imagen 32" descr="Services - Free industry icons">
              <a:extLst>
                <a:ext uri="{FF2B5EF4-FFF2-40B4-BE49-F238E27FC236}">
                  <a16:creationId xmlns:a16="http://schemas.microsoft.com/office/drawing/2014/main" id="{A2622187-E088-1F91-FAD6-1D861A62D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00850" y="5285375"/>
              <a:ext cx="850420" cy="850420"/>
            </a:xfrm>
            <a:prstGeom prst="rect">
              <a:avLst/>
            </a:prstGeom>
          </p:spPr>
        </p:pic>
      </p:grp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693BDE65-1683-FBF4-4ADE-834199B1A765}"/>
              </a:ext>
            </a:extLst>
          </p:cNvPr>
          <p:cNvSpPr/>
          <p:nvPr/>
        </p:nvSpPr>
        <p:spPr>
          <a:xfrm>
            <a:off x="4173783" y="5760377"/>
            <a:ext cx="1068260" cy="870420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3" name="Imagen 42" descr="Help - Free interface icons">
            <a:extLst>
              <a:ext uri="{FF2B5EF4-FFF2-40B4-BE49-F238E27FC236}">
                <a16:creationId xmlns:a16="http://schemas.microsoft.com/office/drawing/2014/main" id="{0847B2E0-ED40-3CA7-9807-6EA02FCD3F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7077" y="5844751"/>
            <a:ext cx="701672" cy="701672"/>
          </a:xfrm>
          <a:prstGeom prst="rect">
            <a:avLst/>
          </a:prstGeom>
        </p:spPr>
      </p:pic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3389A16B-5BCE-0194-45C5-2D2414D31916}"/>
              </a:ext>
            </a:extLst>
          </p:cNvPr>
          <p:cNvSpPr/>
          <p:nvPr/>
        </p:nvSpPr>
        <p:spPr>
          <a:xfrm>
            <a:off x="5284672" y="5760377"/>
            <a:ext cx="1068260" cy="870420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2" name="Imagen 51" descr="Exit - Free signs icons">
            <a:extLst>
              <a:ext uri="{FF2B5EF4-FFF2-40B4-BE49-F238E27FC236}">
                <a16:creationId xmlns:a16="http://schemas.microsoft.com/office/drawing/2014/main" id="{931820E4-5C48-B416-71D2-C90A0CA83F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63882" y="5891170"/>
            <a:ext cx="619144" cy="619144"/>
          </a:xfrm>
          <a:prstGeom prst="rect">
            <a:avLst/>
          </a:prstGeom>
        </p:spPr>
      </p:pic>
      <p:sp>
        <p:nvSpPr>
          <p:cNvPr id="54" name="Rectángulo 53">
            <a:extLst>
              <a:ext uri="{FF2B5EF4-FFF2-40B4-BE49-F238E27FC236}">
                <a16:creationId xmlns:a16="http://schemas.microsoft.com/office/drawing/2014/main" id="{CF510894-5B7A-925D-3AAB-C6593CF6578E}"/>
              </a:ext>
            </a:extLst>
          </p:cNvPr>
          <p:cNvSpPr/>
          <p:nvPr/>
        </p:nvSpPr>
        <p:spPr>
          <a:xfrm>
            <a:off x="2060116" y="2026852"/>
            <a:ext cx="164146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Cliente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CF797456-14F4-0244-FAA8-43E68FC0F79C}"/>
              </a:ext>
            </a:extLst>
          </p:cNvPr>
          <p:cNvSpPr/>
          <p:nvPr/>
        </p:nvSpPr>
        <p:spPr>
          <a:xfrm>
            <a:off x="2446262" y="5863122"/>
            <a:ext cx="1484341" cy="6649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Ayuda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6316DFA8-C6E2-525E-E926-D70677436553}"/>
              </a:ext>
            </a:extLst>
          </p:cNvPr>
          <p:cNvSpPr/>
          <p:nvPr/>
        </p:nvSpPr>
        <p:spPr>
          <a:xfrm>
            <a:off x="1869367" y="4418688"/>
            <a:ext cx="2022967" cy="6683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Servicios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EE5C1703-6A8C-B3D1-63E8-D9A6B613D655}"/>
              </a:ext>
            </a:extLst>
          </p:cNvPr>
          <p:cNvSpPr/>
          <p:nvPr/>
        </p:nvSpPr>
        <p:spPr>
          <a:xfrm>
            <a:off x="6748943" y="5844524"/>
            <a:ext cx="106826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Salir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D9DB6E35-270C-3E44-AD39-048AF6B9FE8A}"/>
              </a:ext>
            </a:extLst>
          </p:cNvPr>
          <p:cNvSpPr/>
          <p:nvPr/>
        </p:nvSpPr>
        <p:spPr>
          <a:xfrm>
            <a:off x="2179081" y="3234755"/>
            <a:ext cx="140353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Autos</a:t>
            </a:r>
          </a:p>
        </p:txBody>
      </p:sp>
      <p:pic>
        <p:nvPicPr>
          <p:cNvPr id="64" name="Imagen 63">
            <a:extLst>
              <a:ext uri="{FF2B5EF4-FFF2-40B4-BE49-F238E27FC236}">
                <a16:creationId xmlns:a16="http://schemas.microsoft.com/office/drawing/2014/main" id="{061E1468-4878-5284-32D6-8396CC4BE6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76835" y="7931"/>
            <a:ext cx="815499" cy="883062"/>
          </a:xfrm>
          <a:prstGeom prst="rect">
            <a:avLst/>
          </a:prstGeom>
        </p:spPr>
      </p:pic>
      <p:sp>
        <p:nvSpPr>
          <p:cNvPr id="66" name="Rectángulo 65">
            <a:extLst>
              <a:ext uri="{FF2B5EF4-FFF2-40B4-BE49-F238E27FC236}">
                <a16:creationId xmlns:a16="http://schemas.microsoft.com/office/drawing/2014/main" id="{E9F266F0-44A1-6982-216B-96AB4434C48B}"/>
              </a:ext>
            </a:extLst>
          </p:cNvPr>
          <p:cNvSpPr/>
          <p:nvPr/>
        </p:nvSpPr>
        <p:spPr>
          <a:xfrm>
            <a:off x="4103202" y="64741"/>
            <a:ext cx="34312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SERVITECA</a:t>
            </a:r>
            <a:endParaRPr lang="es-MX" sz="4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Imagen 1" descr="Mouse Click Png - Mouse Pointer Transparent, Png Download -  1602x2400(#847945) - PngFind">
            <a:extLst>
              <a:ext uri="{FF2B5EF4-FFF2-40B4-BE49-F238E27FC236}">
                <a16:creationId xmlns:a16="http://schemas.microsoft.com/office/drawing/2014/main" id="{DC37320F-14F7-673B-30DF-FFF65A520A9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5239" b="91757" l="3571" r="92024">
                        <a14:foregroundMark x1="7381" y1="46764" x2="7381" y2="46764"/>
                        <a14:foregroundMark x1="4167" y1="64561" x2="4167" y2="64561"/>
                        <a14:foregroundMark x1="50595" y1="91757" x2="50595" y2="91757"/>
                        <a14:foregroundMark x1="47024" y1="90062" x2="49405" y2="90755"/>
                        <a14:foregroundMark x1="92024" y1="64176" x2="92024" y2="64176"/>
                        <a14:foregroundMark x1="4167" y1="5393" x2="4167" y2="5393"/>
                        <a14:foregroundMark x1="3571" y1="5239" x2="3571" y2="52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66045" y="4515062"/>
            <a:ext cx="660155" cy="1020097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33F4CB18-4A35-1D26-2AB1-0E987FF130F9}"/>
              </a:ext>
            </a:extLst>
          </p:cNvPr>
          <p:cNvSpPr/>
          <p:nvPr/>
        </p:nvSpPr>
        <p:spPr>
          <a:xfrm>
            <a:off x="4841199" y="2128095"/>
            <a:ext cx="3855174" cy="2258723"/>
          </a:xfrm>
          <a:prstGeom prst="roundRect">
            <a:avLst/>
          </a:prstGeom>
          <a:solidFill>
            <a:srgbClr val="5AC13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24E36D1-4BA8-D2A4-1D95-7D111833474E}"/>
              </a:ext>
            </a:extLst>
          </p:cNvPr>
          <p:cNvSpPr/>
          <p:nvPr/>
        </p:nvSpPr>
        <p:spPr>
          <a:xfrm>
            <a:off x="5362294" y="2415612"/>
            <a:ext cx="1284024" cy="4652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Agregar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4371EA4-4AFB-CDCA-7B60-BF3082976951}"/>
              </a:ext>
            </a:extLst>
          </p:cNvPr>
          <p:cNvSpPr/>
          <p:nvPr/>
        </p:nvSpPr>
        <p:spPr>
          <a:xfrm>
            <a:off x="5327503" y="2980620"/>
            <a:ext cx="158531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Consultar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639ED3C-22E8-235C-11B5-2087A4A77539}"/>
              </a:ext>
            </a:extLst>
          </p:cNvPr>
          <p:cNvSpPr/>
          <p:nvPr/>
        </p:nvSpPr>
        <p:spPr>
          <a:xfrm>
            <a:off x="5242043" y="3540340"/>
            <a:ext cx="1284024" cy="4652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Listar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508851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3263E-B58C-5124-5AF6-389E3FBA2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F8F44F7-C702-8DB0-5CF3-19153E9015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5936" y="937316"/>
            <a:ext cx="10192214" cy="5729726"/>
          </a:xfrm>
          <a:prstGeom prst="rect">
            <a:avLst/>
          </a:prstGeom>
          <a:solidFill>
            <a:srgbClr val="2E7D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588759E6-AD4F-AF43-D051-AC12F874F470}"/>
              </a:ext>
            </a:extLst>
          </p:cNvPr>
          <p:cNvGrpSpPr/>
          <p:nvPr/>
        </p:nvGrpSpPr>
        <p:grpSpPr>
          <a:xfrm>
            <a:off x="10380779" y="2266268"/>
            <a:ext cx="1806617" cy="4568097"/>
            <a:chOff x="10260098" y="1830688"/>
            <a:chExt cx="1806617" cy="4568097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DC9C9C39-B3D6-BC13-B61C-11627A31B116}"/>
                </a:ext>
              </a:extLst>
            </p:cNvPr>
            <p:cNvSpPr/>
            <p:nvPr/>
          </p:nvSpPr>
          <p:spPr>
            <a:xfrm>
              <a:off x="10345356" y="1830688"/>
              <a:ext cx="1721359" cy="4568097"/>
            </a:xfrm>
            <a:prstGeom prst="roundRect">
              <a:avLst/>
            </a:prstGeom>
            <a:solidFill>
              <a:srgbClr val="2E7D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4772122-8DC4-44E6-0D85-D9E3E70406F3}"/>
                </a:ext>
              </a:extLst>
            </p:cNvPr>
            <p:cNvSpPr/>
            <p:nvPr/>
          </p:nvSpPr>
          <p:spPr>
            <a:xfrm>
              <a:off x="10345356" y="1967558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Accesibilidad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2" name="Imagen 21" descr="Braille - Iconos gratis de educación">
              <a:extLst>
                <a:ext uri="{FF2B5EF4-FFF2-40B4-BE49-F238E27FC236}">
                  <a16:creationId xmlns:a16="http://schemas.microsoft.com/office/drawing/2014/main" id="{9A2B9A54-DC93-305D-75EE-A8BE6E7460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41367" y="5206289"/>
              <a:ext cx="929335" cy="929335"/>
            </a:xfrm>
            <a:prstGeom prst="rect">
              <a:avLst/>
            </a:prstGeom>
          </p:spPr>
        </p:pic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4370CE0C-BCBB-4664-C7A8-DDB5220D18A8}"/>
                </a:ext>
              </a:extLst>
            </p:cNvPr>
            <p:cNvSpPr/>
            <p:nvPr/>
          </p:nvSpPr>
          <p:spPr>
            <a:xfrm>
              <a:off x="10302727" y="4797242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Braile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4" name="Imagen 23" descr="Translate Icon png images | PNGEgg">
              <a:extLst>
                <a:ext uri="{FF2B5EF4-FFF2-40B4-BE49-F238E27FC236}">
                  <a16:creationId xmlns:a16="http://schemas.microsoft.com/office/drawing/2014/main" id="{F1996519-65F1-D003-B8E4-DAA682E00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661201" y="2616704"/>
              <a:ext cx="1004410" cy="1004410"/>
            </a:xfrm>
            <a:prstGeom prst="rect">
              <a:avLst/>
            </a:prstGeom>
          </p:spPr>
        </p:pic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60AB0527-B338-2786-8C1E-093471044FEC}"/>
                </a:ext>
              </a:extLst>
            </p:cNvPr>
            <p:cNvSpPr/>
            <p:nvPr/>
          </p:nvSpPr>
          <p:spPr>
            <a:xfrm>
              <a:off x="10260098" y="2336890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Traductor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6" name="Imagen 25" descr="Text To Speech icon - Free Download PNG &amp; SVG | Streamline">
              <a:extLst>
                <a:ext uri="{FF2B5EF4-FFF2-40B4-BE49-F238E27FC236}">
                  <a16:creationId xmlns:a16="http://schemas.microsoft.com/office/drawing/2014/main" id="{D2CA6043-F1C2-A519-C7A6-DDE4E4ACA8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41367" y="3866388"/>
              <a:ext cx="939016" cy="939016"/>
            </a:xfrm>
            <a:prstGeom prst="rect">
              <a:avLst/>
            </a:prstGeom>
          </p:spPr>
        </p:pic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7216C3E2-2517-750F-17A4-906A22CDEB79}"/>
                </a:ext>
              </a:extLst>
            </p:cNvPr>
            <p:cNvSpPr/>
            <p:nvPr/>
          </p:nvSpPr>
          <p:spPr>
            <a:xfrm>
              <a:off x="10302726" y="3559085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TTS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44D389C7-C17C-BFFB-C595-EC8A7FD9E067}"/>
              </a:ext>
            </a:extLst>
          </p:cNvPr>
          <p:cNvGrpSpPr/>
          <p:nvPr/>
        </p:nvGrpSpPr>
        <p:grpSpPr>
          <a:xfrm>
            <a:off x="724174" y="1935895"/>
            <a:ext cx="881496" cy="854132"/>
            <a:chOff x="1046730" y="2342249"/>
            <a:chExt cx="1136032" cy="1086752"/>
          </a:xfrm>
        </p:grpSpPr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7E9DA94F-5E4D-7848-B094-1555BB3E192B}"/>
                </a:ext>
              </a:extLst>
            </p:cNvPr>
            <p:cNvSpPr/>
            <p:nvPr/>
          </p:nvSpPr>
          <p:spPr>
            <a:xfrm>
              <a:off x="1046730" y="2342249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8" name="Imagen 7" descr="Client - Free people icons">
              <a:extLst>
                <a:ext uri="{FF2B5EF4-FFF2-40B4-BE49-F238E27FC236}">
                  <a16:creationId xmlns:a16="http://schemas.microsoft.com/office/drawing/2014/main" id="{E1325DF5-66FF-ECE0-4986-4A141284E6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00849" y="2482350"/>
              <a:ext cx="827791" cy="827791"/>
            </a:xfrm>
            <a:prstGeom prst="rect">
              <a:avLst/>
            </a:prstGeom>
          </p:spPr>
        </p:pic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FA0D940D-5929-3275-F762-8FB87A65DDA0}"/>
              </a:ext>
            </a:extLst>
          </p:cNvPr>
          <p:cNvGrpSpPr/>
          <p:nvPr/>
        </p:nvGrpSpPr>
        <p:grpSpPr>
          <a:xfrm>
            <a:off x="675256" y="3061943"/>
            <a:ext cx="979329" cy="991957"/>
            <a:chOff x="983688" y="3632390"/>
            <a:chExt cx="1262114" cy="1262114"/>
          </a:xfrm>
        </p:grpSpPr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55A9E31E-C699-3EC7-EF31-8B37D414302B}"/>
                </a:ext>
              </a:extLst>
            </p:cNvPr>
            <p:cNvSpPr/>
            <p:nvPr/>
          </p:nvSpPr>
          <p:spPr>
            <a:xfrm>
              <a:off x="1046730" y="3697702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32" name="Imagen 31" descr="Free Vectors | car icon">
              <a:extLst>
                <a:ext uri="{FF2B5EF4-FFF2-40B4-BE49-F238E27FC236}">
                  <a16:creationId xmlns:a16="http://schemas.microsoft.com/office/drawing/2014/main" id="{AE11838E-65ED-AC4D-ED4D-1D34E5F848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983688" y="3632390"/>
              <a:ext cx="1262114" cy="1262114"/>
            </a:xfrm>
            <a:prstGeom prst="rect">
              <a:avLst/>
            </a:prstGeom>
          </p:spPr>
        </p:pic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E624B18D-9364-CD71-B5BC-5EEA1C0A897A}"/>
              </a:ext>
            </a:extLst>
          </p:cNvPr>
          <p:cNvGrpSpPr/>
          <p:nvPr/>
        </p:nvGrpSpPr>
        <p:grpSpPr>
          <a:xfrm>
            <a:off x="738298" y="4325816"/>
            <a:ext cx="881496" cy="854132"/>
            <a:chOff x="1046730" y="5144823"/>
            <a:chExt cx="1136032" cy="1086752"/>
          </a:xfrm>
        </p:grpSpPr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79637747-3B50-37AD-5FA3-ABD1927F9647}"/>
                </a:ext>
              </a:extLst>
            </p:cNvPr>
            <p:cNvSpPr/>
            <p:nvPr/>
          </p:nvSpPr>
          <p:spPr>
            <a:xfrm>
              <a:off x="1046730" y="5144823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33" name="Imagen 32" descr="Services - Free industry icons">
              <a:extLst>
                <a:ext uri="{FF2B5EF4-FFF2-40B4-BE49-F238E27FC236}">
                  <a16:creationId xmlns:a16="http://schemas.microsoft.com/office/drawing/2014/main" id="{EF2D214B-2E83-CF90-616A-1586BCD3C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00850" y="5285375"/>
              <a:ext cx="850420" cy="850420"/>
            </a:xfrm>
            <a:prstGeom prst="rect">
              <a:avLst/>
            </a:prstGeom>
          </p:spPr>
        </p:pic>
      </p:grp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AE2BABDD-1A8D-CC34-47AA-7D6205739F0F}"/>
              </a:ext>
            </a:extLst>
          </p:cNvPr>
          <p:cNvSpPr/>
          <p:nvPr/>
        </p:nvSpPr>
        <p:spPr>
          <a:xfrm>
            <a:off x="4173783" y="5760377"/>
            <a:ext cx="1068260" cy="870420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3" name="Imagen 42" descr="Help - Free interface icons">
            <a:extLst>
              <a:ext uri="{FF2B5EF4-FFF2-40B4-BE49-F238E27FC236}">
                <a16:creationId xmlns:a16="http://schemas.microsoft.com/office/drawing/2014/main" id="{D4BE797B-004E-8568-1015-515B744DDF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7077" y="5844751"/>
            <a:ext cx="701672" cy="701672"/>
          </a:xfrm>
          <a:prstGeom prst="rect">
            <a:avLst/>
          </a:prstGeom>
        </p:spPr>
      </p:pic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54022C34-69DE-8BAB-3858-3BCF8909854F}"/>
              </a:ext>
            </a:extLst>
          </p:cNvPr>
          <p:cNvSpPr/>
          <p:nvPr/>
        </p:nvSpPr>
        <p:spPr>
          <a:xfrm>
            <a:off x="5284672" y="5760377"/>
            <a:ext cx="1068260" cy="870420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2" name="Imagen 51" descr="Exit - Free signs icons">
            <a:extLst>
              <a:ext uri="{FF2B5EF4-FFF2-40B4-BE49-F238E27FC236}">
                <a16:creationId xmlns:a16="http://schemas.microsoft.com/office/drawing/2014/main" id="{EB5CC834-F9C2-C379-3F18-796B0ED888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63882" y="5891170"/>
            <a:ext cx="619144" cy="619144"/>
          </a:xfrm>
          <a:prstGeom prst="rect">
            <a:avLst/>
          </a:prstGeom>
        </p:spPr>
      </p:pic>
      <p:sp>
        <p:nvSpPr>
          <p:cNvPr id="54" name="Rectángulo 53">
            <a:extLst>
              <a:ext uri="{FF2B5EF4-FFF2-40B4-BE49-F238E27FC236}">
                <a16:creationId xmlns:a16="http://schemas.microsoft.com/office/drawing/2014/main" id="{FEF1A5A3-F8B6-0858-5D88-7A3C3B702949}"/>
              </a:ext>
            </a:extLst>
          </p:cNvPr>
          <p:cNvSpPr/>
          <p:nvPr/>
        </p:nvSpPr>
        <p:spPr>
          <a:xfrm>
            <a:off x="2060116" y="2026852"/>
            <a:ext cx="164146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Cliente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C02B3DDA-6F7F-8E80-966D-5C0EAF97A3A9}"/>
              </a:ext>
            </a:extLst>
          </p:cNvPr>
          <p:cNvSpPr/>
          <p:nvPr/>
        </p:nvSpPr>
        <p:spPr>
          <a:xfrm>
            <a:off x="2446262" y="5863122"/>
            <a:ext cx="1484341" cy="6649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Ayuda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57F1095C-1247-6222-C715-8BB0F3347F49}"/>
              </a:ext>
            </a:extLst>
          </p:cNvPr>
          <p:cNvSpPr/>
          <p:nvPr/>
        </p:nvSpPr>
        <p:spPr>
          <a:xfrm>
            <a:off x="1869367" y="4418688"/>
            <a:ext cx="2022967" cy="6683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Servicios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F54A027A-3270-8FD0-E33E-1FEBE9A831C7}"/>
              </a:ext>
            </a:extLst>
          </p:cNvPr>
          <p:cNvSpPr/>
          <p:nvPr/>
        </p:nvSpPr>
        <p:spPr>
          <a:xfrm>
            <a:off x="6748943" y="5844524"/>
            <a:ext cx="106826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Salir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29AC25BC-AF63-A854-AE6E-E876CD4AD525}"/>
              </a:ext>
            </a:extLst>
          </p:cNvPr>
          <p:cNvSpPr/>
          <p:nvPr/>
        </p:nvSpPr>
        <p:spPr>
          <a:xfrm>
            <a:off x="2179081" y="3234755"/>
            <a:ext cx="140353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Autos</a:t>
            </a:r>
          </a:p>
        </p:txBody>
      </p:sp>
      <p:pic>
        <p:nvPicPr>
          <p:cNvPr id="64" name="Imagen 63">
            <a:extLst>
              <a:ext uri="{FF2B5EF4-FFF2-40B4-BE49-F238E27FC236}">
                <a16:creationId xmlns:a16="http://schemas.microsoft.com/office/drawing/2014/main" id="{722F4CDA-9203-95ED-5176-36F714D7A4A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76835" y="7931"/>
            <a:ext cx="815499" cy="883062"/>
          </a:xfrm>
          <a:prstGeom prst="rect">
            <a:avLst/>
          </a:prstGeom>
        </p:spPr>
      </p:pic>
      <p:sp>
        <p:nvSpPr>
          <p:cNvPr id="66" name="Rectángulo 65">
            <a:extLst>
              <a:ext uri="{FF2B5EF4-FFF2-40B4-BE49-F238E27FC236}">
                <a16:creationId xmlns:a16="http://schemas.microsoft.com/office/drawing/2014/main" id="{3C8220F9-5670-19AF-5A37-11EEE18786D7}"/>
              </a:ext>
            </a:extLst>
          </p:cNvPr>
          <p:cNvSpPr/>
          <p:nvPr/>
        </p:nvSpPr>
        <p:spPr>
          <a:xfrm>
            <a:off x="4103202" y="64741"/>
            <a:ext cx="34312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SERVITECA</a:t>
            </a:r>
            <a:endParaRPr lang="es-MX" sz="4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1968D2DE-0713-AD4F-AB84-B9A42E9CD5DA}"/>
              </a:ext>
            </a:extLst>
          </p:cNvPr>
          <p:cNvSpPr/>
          <p:nvPr/>
        </p:nvSpPr>
        <p:spPr>
          <a:xfrm>
            <a:off x="4688905" y="2177412"/>
            <a:ext cx="3855174" cy="2258723"/>
          </a:xfrm>
          <a:prstGeom prst="roundRect">
            <a:avLst/>
          </a:prstGeom>
          <a:solidFill>
            <a:srgbClr val="5AC13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489B224-FE63-E906-FD14-C73302F9C479}"/>
              </a:ext>
            </a:extLst>
          </p:cNvPr>
          <p:cNvSpPr/>
          <p:nvPr/>
        </p:nvSpPr>
        <p:spPr>
          <a:xfrm>
            <a:off x="5362294" y="2415612"/>
            <a:ext cx="1284024" cy="4652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Agregar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6A54ACC-552F-C410-C5A1-F4ED704EE511}"/>
              </a:ext>
            </a:extLst>
          </p:cNvPr>
          <p:cNvSpPr/>
          <p:nvPr/>
        </p:nvSpPr>
        <p:spPr>
          <a:xfrm>
            <a:off x="5327503" y="2980620"/>
            <a:ext cx="158531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Consultar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452C9FE-1FF7-E7F1-DC13-AB3CAB74A5B3}"/>
              </a:ext>
            </a:extLst>
          </p:cNvPr>
          <p:cNvSpPr/>
          <p:nvPr/>
        </p:nvSpPr>
        <p:spPr>
          <a:xfrm>
            <a:off x="5242043" y="3540340"/>
            <a:ext cx="1284024" cy="4652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Listar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Imagen 1" descr="Mouse Click Png - Mouse Pointer Transparent, Png Download -  1602x2400(#847945) - PngFind">
            <a:extLst>
              <a:ext uri="{FF2B5EF4-FFF2-40B4-BE49-F238E27FC236}">
                <a16:creationId xmlns:a16="http://schemas.microsoft.com/office/drawing/2014/main" id="{E9C96F61-F894-495E-569F-9D86DD727FA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5239" b="91757" l="3571" r="92024">
                        <a14:foregroundMark x1="7381" y1="46764" x2="7381" y2="46764"/>
                        <a14:foregroundMark x1="4167" y1="64561" x2="4167" y2="64561"/>
                        <a14:foregroundMark x1="50595" y1="91757" x2="50595" y2="91757"/>
                        <a14:foregroundMark x1="47024" y1="90062" x2="49405" y2="90755"/>
                        <a14:foregroundMark x1="92024" y1="64176" x2="92024" y2="64176"/>
                        <a14:foregroundMark x1="4167" y1="5393" x2="4167" y2="5393"/>
                        <a14:foregroundMark x1="3571" y1="5239" x2="3571" y2="52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04306" y="2551894"/>
            <a:ext cx="660155" cy="102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063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6AC95-6C31-F9D7-D4A1-2DEB5B996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3D62FF3-40B7-0219-E9AF-DF7880F738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5936" y="937316"/>
            <a:ext cx="10192214" cy="5729726"/>
          </a:xfrm>
          <a:prstGeom prst="rect">
            <a:avLst/>
          </a:prstGeom>
          <a:solidFill>
            <a:srgbClr val="2E7D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C51B965D-CAA4-56E5-D5C3-D8F1C68C468E}"/>
              </a:ext>
            </a:extLst>
          </p:cNvPr>
          <p:cNvGrpSpPr/>
          <p:nvPr/>
        </p:nvGrpSpPr>
        <p:grpSpPr>
          <a:xfrm>
            <a:off x="10380779" y="2266268"/>
            <a:ext cx="1806617" cy="4568097"/>
            <a:chOff x="10260098" y="1830688"/>
            <a:chExt cx="1806617" cy="4568097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6486ECD6-ACDC-95B3-4A83-1094C46BFEE5}"/>
                </a:ext>
              </a:extLst>
            </p:cNvPr>
            <p:cNvSpPr/>
            <p:nvPr/>
          </p:nvSpPr>
          <p:spPr>
            <a:xfrm>
              <a:off x="10345356" y="1830688"/>
              <a:ext cx="1721359" cy="4568097"/>
            </a:xfrm>
            <a:prstGeom prst="roundRect">
              <a:avLst/>
            </a:prstGeom>
            <a:solidFill>
              <a:srgbClr val="2E7D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0683829A-F195-11E0-1E2B-68EBE9DF1078}"/>
                </a:ext>
              </a:extLst>
            </p:cNvPr>
            <p:cNvSpPr/>
            <p:nvPr/>
          </p:nvSpPr>
          <p:spPr>
            <a:xfrm>
              <a:off x="10345356" y="1967558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Accesibilidad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2" name="Imagen 21" descr="Braille - Iconos gratis de educación">
              <a:extLst>
                <a:ext uri="{FF2B5EF4-FFF2-40B4-BE49-F238E27FC236}">
                  <a16:creationId xmlns:a16="http://schemas.microsoft.com/office/drawing/2014/main" id="{385A0407-7FD7-6414-CD24-57A28EFFF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41367" y="5206289"/>
              <a:ext cx="929335" cy="929335"/>
            </a:xfrm>
            <a:prstGeom prst="rect">
              <a:avLst/>
            </a:prstGeom>
          </p:spPr>
        </p:pic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6EAB4BFF-6228-796C-694D-F790891F1037}"/>
                </a:ext>
              </a:extLst>
            </p:cNvPr>
            <p:cNvSpPr/>
            <p:nvPr/>
          </p:nvSpPr>
          <p:spPr>
            <a:xfrm>
              <a:off x="10302727" y="4797242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Braile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4" name="Imagen 23" descr="Translate Icon png images | PNGEgg">
              <a:extLst>
                <a:ext uri="{FF2B5EF4-FFF2-40B4-BE49-F238E27FC236}">
                  <a16:creationId xmlns:a16="http://schemas.microsoft.com/office/drawing/2014/main" id="{E85BC050-561F-84C0-6A12-BCE568A3AA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661201" y="2616704"/>
              <a:ext cx="1004410" cy="1004410"/>
            </a:xfrm>
            <a:prstGeom prst="rect">
              <a:avLst/>
            </a:prstGeom>
          </p:spPr>
        </p:pic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A9A7D3E5-4CF6-C966-C825-2C0F8A28AE5A}"/>
                </a:ext>
              </a:extLst>
            </p:cNvPr>
            <p:cNvSpPr/>
            <p:nvPr/>
          </p:nvSpPr>
          <p:spPr>
            <a:xfrm>
              <a:off x="10260098" y="2336890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Traductor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6" name="Imagen 25" descr="Text To Speech icon - Free Download PNG &amp; SVG | Streamline">
              <a:extLst>
                <a:ext uri="{FF2B5EF4-FFF2-40B4-BE49-F238E27FC236}">
                  <a16:creationId xmlns:a16="http://schemas.microsoft.com/office/drawing/2014/main" id="{FA2689E9-89E4-6181-6B80-8FE07BEEF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41367" y="3866388"/>
              <a:ext cx="939016" cy="939016"/>
            </a:xfrm>
            <a:prstGeom prst="rect">
              <a:avLst/>
            </a:prstGeom>
          </p:spPr>
        </p:pic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39F78BFB-6140-2DBD-C282-1ECA3600A494}"/>
                </a:ext>
              </a:extLst>
            </p:cNvPr>
            <p:cNvSpPr/>
            <p:nvPr/>
          </p:nvSpPr>
          <p:spPr>
            <a:xfrm>
              <a:off x="10302726" y="3559085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TTS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64" name="Imagen 63">
            <a:extLst>
              <a:ext uri="{FF2B5EF4-FFF2-40B4-BE49-F238E27FC236}">
                <a16:creationId xmlns:a16="http://schemas.microsoft.com/office/drawing/2014/main" id="{030F61B1-323A-648B-A258-FCA3B3B931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6835" y="7931"/>
            <a:ext cx="815499" cy="883062"/>
          </a:xfrm>
          <a:prstGeom prst="rect">
            <a:avLst/>
          </a:prstGeom>
        </p:spPr>
      </p:pic>
      <p:sp>
        <p:nvSpPr>
          <p:cNvPr id="66" name="Rectángulo 65">
            <a:extLst>
              <a:ext uri="{FF2B5EF4-FFF2-40B4-BE49-F238E27FC236}">
                <a16:creationId xmlns:a16="http://schemas.microsoft.com/office/drawing/2014/main" id="{3D7FBA22-8092-0AEC-5CEE-8946512C1B5C}"/>
              </a:ext>
            </a:extLst>
          </p:cNvPr>
          <p:cNvSpPr/>
          <p:nvPr/>
        </p:nvSpPr>
        <p:spPr>
          <a:xfrm>
            <a:off x="4103202" y="64741"/>
            <a:ext cx="34312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SERVITECA</a:t>
            </a:r>
            <a:endParaRPr lang="es-MX" sz="4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9FEFA4D1-C7B9-A925-41E4-3EC05BD91BE4}"/>
              </a:ext>
            </a:extLst>
          </p:cNvPr>
          <p:cNvSpPr/>
          <p:nvPr/>
        </p:nvSpPr>
        <p:spPr>
          <a:xfrm>
            <a:off x="252558" y="1392720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ED8F884-7A71-04DE-4D84-F59511ACC1AD}"/>
              </a:ext>
            </a:extLst>
          </p:cNvPr>
          <p:cNvSpPr/>
          <p:nvPr/>
        </p:nvSpPr>
        <p:spPr>
          <a:xfrm>
            <a:off x="-451656" y="965152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Placa de carro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4A2F61CC-AA1E-E6A8-9B17-62FA8BFA560D}"/>
              </a:ext>
            </a:extLst>
          </p:cNvPr>
          <p:cNvSpPr/>
          <p:nvPr/>
        </p:nvSpPr>
        <p:spPr>
          <a:xfrm>
            <a:off x="273933" y="2326461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AB642EA5-7DD5-8B35-796A-1ADEB62DD396}"/>
              </a:ext>
            </a:extLst>
          </p:cNvPr>
          <p:cNvSpPr/>
          <p:nvPr/>
        </p:nvSpPr>
        <p:spPr>
          <a:xfrm>
            <a:off x="-451656" y="1887635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Identificacion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8BF7DBA6-977E-6212-28B8-EF14872E9213}"/>
              </a:ext>
            </a:extLst>
          </p:cNvPr>
          <p:cNvSpPr/>
          <p:nvPr/>
        </p:nvSpPr>
        <p:spPr>
          <a:xfrm>
            <a:off x="202187" y="3427319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608E16E3-267E-B55F-1BE9-96FC9488D1DB}"/>
              </a:ext>
            </a:extLst>
          </p:cNvPr>
          <p:cNvSpPr/>
          <p:nvPr/>
        </p:nvSpPr>
        <p:spPr>
          <a:xfrm>
            <a:off x="73002" y="2906160"/>
            <a:ext cx="309516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Fecha de servicio</a:t>
            </a:r>
            <a:endParaRPr lang="es-MX" sz="4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DD0C4AE8-4662-2CFC-144E-153624640830}"/>
              </a:ext>
            </a:extLst>
          </p:cNvPr>
          <p:cNvSpPr/>
          <p:nvPr/>
        </p:nvSpPr>
        <p:spPr>
          <a:xfrm>
            <a:off x="252557" y="4491011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86238166-D3EB-1B0D-FBFD-6DA1BADFA1E6}"/>
              </a:ext>
            </a:extLst>
          </p:cNvPr>
          <p:cNvSpPr/>
          <p:nvPr/>
        </p:nvSpPr>
        <p:spPr>
          <a:xfrm>
            <a:off x="-255168" y="3980666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Tipo del servicio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5" name="Imagen 64" descr="Save - Free ui icons">
            <a:extLst>
              <a:ext uri="{FF2B5EF4-FFF2-40B4-BE49-F238E27FC236}">
                <a16:creationId xmlns:a16="http://schemas.microsoft.com/office/drawing/2014/main" id="{38295CB5-4C38-7ED6-C9AD-1A1EAFEC5B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6262" y="5753716"/>
            <a:ext cx="705640" cy="705640"/>
          </a:xfrm>
          <a:prstGeom prst="rect">
            <a:avLst/>
          </a:prstGeom>
        </p:spPr>
      </p:pic>
      <p:sp>
        <p:nvSpPr>
          <p:cNvPr id="68" name="Rectángulo 67">
            <a:extLst>
              <a:ext uri="{FF2B5EF4-FFF2-40B4-BE49-F238E27FC236}">
                <a16:creationId xmlns:a16="http://schemas.microsoft.com/office/drawing/2014/main" id="{4191D583-E6B8-45BF-F6D0-B5CED5E3267A}"/>
              </a:ext>
            </a:extLst>
          </p:cNvPr>
          <p:cNvSpPr/>
          <p:nvPr/>
        </p:nvSpPr>
        <p:spPr>
          <a:xfrm>
            <a:off x="7882125" y="5836206"/>
            <a:ext cx="150160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Guardar</a:t>
            </a:r>
          </a:p>
        </p:txBody>
      </p:sp>
      <p:pic>
        <p:nvPicPr>
          <p:cNvPr id="69" name="Imagen 68" descr="Return Icon Collection for Easy Customer Returns">
            <a:extLst>
              <a:ext uri="{FF2B5EF4-FFF2-40B4-BE49-F238E27FC236}">
                <a16:creationId xmlns:a16="http://schemas.microsoft.com/office/drawing/2014/main" id="{2285F4BF-E0CA-482B-2E12-B5D7D7ACEF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63982" y="5641869"/>
            <a:ext cx="904999" cy="904999"/>
          </a:xfrm>
          <a:prstGeom prst="rect">
            <a:avLst/>
          </a:prstGeom>
        </p:spPr>
      </p:pic>
      <p:sp>
        <p:nvSpPr>
          <p:cNvPr id="71" name="Rectángulo 70">
            <a:extLst>
              <a:ext uri="{FF2B5EF4-FFF2-40B4-BE49-F238E27FC236}">
                <a16:creationId xmlns:a16="http://schemas.microsoft.com/office/drawing/2014/main" id="{0A0412A0-7013-4F8D-1070-74448699B248}"/>
              </a:ext>
            </a:extLst>
          </p:cNvPr>
          <p:cNvSpPr/>
          <p:nvPr/>
        </p:nvSpPr>
        <p:spPr>
          <a:xfrm>
            <a:off x="5420666" y="5874119"/>
            <a:ext cx="166689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Regresar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EAD0F53-0A52-CD63-D659-EA475E480887}"/>
              </a:ext>
            </a:extLst>
          </p:cNvPr>
          <p:cNvSpPr/>
          <p:nvPr/>
        </p:nvSpPr>
        <p:spPr>
          <a:xfrm>
            <a:off x="6254115" y="1804356"/>
            <a:ext cx="2274693" cy="1822686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pic>
        <p:nvPicPr>
          <p:cNvPr id="7" name="Imagen 6" descr="Upload White Icons – Free Download SVG, PNG, GIF">
            <a:extLst>
              <a:ext uri="{FF2B5EF4-FFF2-40B4-BE49-F238E27FC236}">
                <a16:creationId xmlns:a16="http://schemas.microsoft.com/office/drawing/2014/main" id="{2AF3C4F8-1C19-7705-96F1-A476E3E0F7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50917" y1="21500" x2="46750" y2="611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35604" y="1971184"/>
            <a:ext cx="1583305" cy="1583305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6EC06A60-DBE0-3903-FD84-AEA7AF439122}"/>
              </a:ext>
            </a:extLst>
          </p:cNvPr>
          <p:cNvSpPr/>
          <p:nvPr/>
        </p:nvSpPr>
        <p:spPr>
          <a:xfrm>
            <a:off x="5116437" y="1181206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Subir imagen</a:t>
            </a:r>
          </a:p>
        </p:txBody>
      </p:sp>
    </p:spTree>
    <p:extLst>
      <p:ext uri="{BB962C8B-B14F-4D97-AF65-F5344CB8AC3E}">
        <p14:creationId xmlns:p14="http://schemas.microsoft.com/office/powerpoint/2010/main" val="29609091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6CCB6-0189-B4D3-CC59-48CE86041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3E3CAA8-78FB-5FC2-E4D3-9D1F0A2707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5936" y="937316"/>
            <a:ext cx="10192214" cy="5729726"/>
          </a:xfrm>
          <a:prstGeom prst="rect">
            <a:avLst/>
          </a:prstGeom>
          <a:solidFill>
            <a:srgbClr val="2E7D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0268C604-1800-7DBB-71A7-AB5E0FCF863E}"/>
              </a:ext>
            </a:extLst>
          </p:cNvPr>
          <p:cNvGrpSpPr/>
          <p:nvPr/>
        </p:nvGrpSpPr>
        <p:grpSpPr>
          <a:xfrm>
            <a:off x="10380779" y="2266268"/>
            <a:ext cx="1806617" cy="4568097"/>
            <a:chOff x="10260098" y="1830688"/>
            <a:chExt cx="1806617" cy="4568097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62AA7D54-D804-EE6F-4BD7-244A744ABDC7}"/>
                </a:ext>
              </a:extLst>
            </p:cNvPr>
            <p:cNvSpPr/>
            <p:nvPr/>
          </p:nvSpPr>
          <p:spPr>
            <a:xfrm>
              <a:off x="10345356" y="1830688"/>
              <a:ext cx="1721359" cy="4568097"/>
            </a:xfrm>
            <a:prstGeom prst="roundRect">
              <a:avLst/>
            </a:prstGeom>
            <a:solidFill>
              <a:srgbClr val="2E7D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D019A2C7-34EF-9A00-7CED-658E915F4077}"/>
                </a:ext>
              </a:extLst>
            </p:cNvPr>
            <p:cNvSpPr/>
            <p:nvPr/>
          </p:nvSpPr>
          <p:spPr>
            <a:xfrm>
              <a:off x="10345356" y="1967558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Accesibilidad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2" name="Imagen 21" descr="Braille - Iconos gratis de educación">
              <a:extLst>
                <a:ext uri="{FF2B5EF4-FFF2-40B4-BE49-F238E27FC236}">
                  <a16:creationId xmlns:a16="http://schemas.microsoft.com/office/drawing/2014/main" id="{9D11CDF2-3164-4ECC-12F3-18A9EE388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41367" y="5206289"/>
              <a:ext cx="929335" cy="929335"/>
            </a:xfrm>
            <a:prstGeom prst="rect">
              <a:avLst/>
            </a:prstGeom>
          </p:spPr>
        </p:pic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1B24C5AF-A28D-356F-3F14-71E59DABAFC6}"/>
                </a:ext>
              </a:extLst>
            </p:cNvPr>
            <p:cNvSpPr/>
            <p:nvPr/>
          </p:nvSpPr>
          <p:spPr>
            <a:xfrm>
              <a:off x="10302727" y="4797242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Braile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4" name="Imagen 23" descr="Translate Icon png images | PNGEgg">
              <a:extLst>
                <a:ext uri="{FF2B5EF4-FFF2-40B4-BE49-F238E27FC236}">
                  <a16:creationId xmlns:a16="http://schemas.microsoft.com/office/drawing/2014/main" id="{93709839-A08B-311E-58BB-83AF16AF8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661201" y="2616704"/>
              <a:ext cx="1004410" cy="1004410"/>
            </a:xfrm>
            <a:prstGeom prst="rect">
              <a:avLst/>
            </a:prstGeom>
          </p:spPr>
        </p:pic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CC736F20-B53A-0DD7-1BF8-E2360B85254F}"/>
                </a:ext>
              </a:extLst>
            </p:cNvPr>
            <p:cNvSpPr/>
            <p:nvPr/>
          </p:nvSpPr>
          <p:spPr>
            <a:xfrm>
              <a:off x="10260098" y="2336890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Traductor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6" name="Imagen 25" descr="Text To Speech icon - Free Download PNG &amp; SVG | Streamline">
              <a:extLst>
                <a:ext uri="{FF2B5EF4-FFF2-40B4-BE49-F238E27FC236}">
                  <a16:creationId xmlns:a16="http://schemas.microsoft.com/office/drawing/2014/main" id="{4EA4C110-3DFB-D8DE-3647-EB70F4070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41367" y="3866388"/>
              <a:ext cx="939016" cy="939016"/>
            </a:xfrm>
            <a:prstGeom prst="rect">
              <a:avLst/>
            </a:prstGeom>
          </p:spPr>
        </p:pic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7E6C65BE-5EDA-A38F-1D91-EFC95A8C037E}"/>
                </a:ext>
              </a:extLst>
            </p:cNvPr>
            <p:cNvSpPr/>
            <p:nvPr/>
          </p:nvSpPr>
          <p:spPr>
            <a:xfrm>
              <a:off x="10302726" y="3559085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TTS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64" name="Imagen 63">
            <a:extLst>
              <a:ext uri="{FF2B5EF4-FFF2-40B4-BE49-F238E27FC236}">
                <a16:creationId xmlns:a16="http://schemas.microsoft.com/office/drawing/2014/main" id="{5FEA6B09-CFAA-9F9A-1460-5EEC64920B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6835" y="7931"/>
            <a:ext cx="815499" cy="883062"/>
          </a:xfrm>
          <a:prstGeom prst="rect">
            <a:avLst/>
          </a:prstGeom>
        </p:spPr>
      </p:pic>
      <p:sp>
        <p:nvSpPr>
          <p:cNvPr id="66" name="Rectángulo 65">
            <a:extLst>
              <a:ext uri="{FF2B5EF4-FFF2-40B4-BE49-F238E27FC236}">
                <a16:creationId xmlns:a16="http://schemas.microsoft.com/office/drawing/2014/main" id="{5D01D915-D9EF-0140-AD87-AD03F9422DA2}"/>
              </a:ext>
            </a:extLst>
          </p:cNvPr>
          <p:cNvSpPr/>
          <p:nvPr/>
        </p:nvSpPr>
        <p:spPr>
          <a:xfrm>
            <a:off x="4103202" y="64741"/>
            <a:ext cx="34312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SERVITECA</a:t>
            </a:r>
            <a:endParaRPr lang="es-MX" sz="4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DC77C888-0BF2-8524-9A30-CCF6EE95F446}"/>
              </a:ext>
            </a:extLst>
          </p:cNvPr>
          <p:cNvSpPr/>
          <p:nvPr/>
        </p:nvSpPr>
        <p:spPr>
          <a:xfrm>
            <a:off x="252558" y="1392720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3E77E61-8082-52D9-7A43-30B41BF90F3A}"/>
              </a:ext>
            </a:extLst>
          </p:cNvPr>
          <p:cNvSpPr/>
          <p:nvPr/>
        </p:nvSpPr>
        <p:spPr>
          <a:xfrm>
            <a:off x="-451656" y="965152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Placa de carro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CFA9922A-A754-9401-53EE-F7FBE89B6A12}"/>
              </a:ext>
            </a:extLst>
          </p:cNvPr>
          <p:cNvSpPr/>
          <p:nvPr/>
        </p:nvSpPr>
        <p:spPr>
          <a:xfrm>
            <a:off x="273933" y="2326461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4D57507-C23C-FA9C-504E-86FF66673DD6}"/>
              </a:ext>
            </a:extLst>
          </p:cNvPr>
          <p:cNvSpPr/>
          <p:nvPr/>
        </p:nvSpPr>
        <p:spPr>
          <a:xfrm>
            <a:off x="-451656" y="1887635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Identificacion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71B72B87-80BE-C158-E25D-311E3985D17D}"/>
              </a:ext>
            </a:extLst>
          </p:cNvPr>
          <p:cNvSpPr/>
          <p:nvPr/>
        </p:nvSpPr>
        <p:spPr>
          <a:xfrm>
            <a:off x="202187" y="3427319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0242CA05-513A-A725-846F-57302902BAC2}"/>
              </a:ext>
            </a:extLst>
          </p:cNvPr>
          <p:cNvSpPr/>
          <p:nvPr/>
        </p:nvSpPr>
        <p:spPr>
          <a:xfrm>
            <a:off x="73002" y="2906160"/>
            <a:ext cx="309516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Fecha de servicio</a:t>
            </a:r>
            <a:endParaRPr lang="es-MX" sz="4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716171E7-D193-A5ED-AFBF-D9CEE2873F2F}"/>
              </a:ext>
            </a:extLst>
          </p:cNvPr>
          <p:cNvSpPr/>
          <p:nvPr/>
        </p:nvSpPr>
        <p:spPr>
          <a:xfrm>
            <a:off x="252557" y="4491011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E39B4BCB-217A-9D63-5D2A-B4F9A69C94D4}"/>
              </a:ext>
            </a:extLst>
          </p:cNvPr>
          <p:cNvSpPr/>
          <p:nvPr/>
        </p:nvSpPr>
        <p:spPr>
          <a:xfrm>
            <a:off x="-255168" y="3980666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Tipo del servicio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5" name="Imagen 64" descr="Save - Free ui icons">
            <a:extLst>
              <a:ext uri="{FF2B5EF4-FFF2-40B4-BE49-F238E27FC236}">
                <a16:creationId xmlns:a16="http://schemas.microsoft.com/office/drawing/2014/main" id="{BFF21771-C0E9-DF75-9DDF-076BEF5A93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6262" y="5753716"/>
            <a:ext cx="705640" cy="705640"/>
          </a:xfrm>
          <a:prstGeom prst="rect">
            <a:avLst/>
          </a:prstGeom>
        </p:spPr>
      </p:pic>
      <p:sp>
        <p:nvSpPr>
          <p:cNvPr id="68" name="Rectángulo 67">
            <a:extLst>
              <a:ext uri="{FF2B5EF4-FFF2-40B4-BE49-F238E27FC236}">
                <a16:creationId xmlns:a16="http://schemas.microsoft.com/office/drawing/2014/main" id="{4A6CADC7-A58B-C5A3-E041-BF06CF449AC4}"/>
              </a:ext>
            </a:extLst>
          </p:cNvPr>
          <p:cNvSpPr/>
          <p:nvPr/>
        </p:nvSpPr>
        <p:spPr>
          <a:xfrm>
            <a:off x="7882125" y="5836206"/>
            <a:ext cx="150160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Guardar</a:t>
            </a:r>
          </a:p>
        </p:txBody>
      </p:sp>
      <p:pic>
        <p:nvPicPr>
          <p:cNvPr id="69" name="Imagen 68" descr="Return Icon Collection for Easy Customer Returns">
            <a:extLst>
              <a:ext uri="{FF2B5EF4-FFF2-40B4-BE49-F238E27FC236}">
                <a16:creationId xmlns:a16="http://schemas.microsoft.com/office/drawing/2014/main" id="{16442D51-1702-EC0D-1C14-F6A87818A8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63982" y="5641869"/>
            <a:ext cx="904999" cy="904999"/>
          </a:xfrm>
          <a:prstGeom prst="rect">
            <a:avLst/>
          </a:prstGeom>
        </p:spPr>
      </p:pic>
      <p:sp>
        <p:nvSpPr>
          <p:cNvPr id="71" name="Rectángulo 70">
            <a:extLst>
              <a:ext uri="{FF2B5EF4-FFF2-40B4-BE49-F238E27FC236}">
                <a16:creationId xmlns:a16="http://schemas.microsoft.com/office/drawing/2014/main" id="{681CA9AB-48BF-47E2-18E0-05350B28A3A1}"/>
              </a:ext>
            </a:extLst>
          </p:cNvPr>
          <p:cNvSpPr/>
          <p:nvPr/>
        </p:nvSpPr>
        <p:spPr>
          <a:xfrm>
            <a:off x="5420666" y="5874119"/>
            <a:ext cx="166689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Regresar</a:t>
            </a:r>
          </a:p>
        </p:txBody>
      </p:sp>
      <p:pic>
        <p:nvPicPr>
          <p:cNvPr id="3" name="Imagen 2" descr="Mouse Click Png - Mouse Pointer Transparent, Png Download -  1602x2400(#847945) - PngFind">
            <a:extLst>
              <a:ext uri="{FF2B5EF4-FFF2-40B4-BE49-F238E27FC236}">
                <a16:creationId xmlns:a16="http://schemas.microsoft.com/office/drawing/2014/main" id="{E3E033F1-8269-8405-99A9-EEF3FC91AF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39" b="91757" l="3571" r="92024">
                        <a14:foregroundMark x1="7381" y1="46764" x2="7381" y2="46764"/>
                        <a14:foregroundMark x1="4167" y1="64561" x2="4167" y2="64561"/>
                        <a14:foregroundMark x1="50595" y1="91757" x2="50595" y2="91757"/>
                        <a14:foregroundMark x1="47024" y1="90062" x2="49405" y2="90755"/>
                        <a14:foregroundMark x1="92024" y1="64176" x2="92024" y2="64176"/>
                        <a14:foregroundMark x1="4167" y1="5393" x2="4167" y2="5393"/>
                        <a14:foregroundMark x1="3571" y1="5239" x2="3571" y2="52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13841" y="3543905"/>
            <a:ext cx="660155" cy="1020097"/>
          </a:xfrm>
          <a:prstGeom prst="rect">
            <a:avLst/>
          </a:prstGeom>
        </p:spPr>
      </p:pic>
      <p:pic>
        <p:nvPicPr>
          <p:cNvPr id="5" name="Imagen 4" descr="Selección de fechas con Date Picker | Torresburriel Estudio">
            <a:extLst>
              <a:ext uri="{FF2B5EF4-FFF2-40B4-BE49-F238E27FC236}">
                <a16:creationId xmlns:a16="http://schemas.microsoft.com/office/drawing/2014/main" id="{15DBE9FE-2557-C3A6-E14F-5A23AED602E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71588" y="1887635"/>
            <a:ext cx="4173014" cy="288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5911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96D16-B9FE-07C2-A43A-4C7B155B1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60F39A6-8A43-BA35-0454-F93268D732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5936" y="937316"/>
            <a:ext cx="10192214" cy="5729726"/>
          </a:xfrm>
          <a:prstGeom prst="rect">
            <a:avLst/>
          </a:prstGeom>
          <a:solidFill>
            <a:srgbClr val="2E7D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0FECF1F4-604E-DD22-6ED9-9B066DF18171}"/>
              </a:ext>
            </a:extLst>
          </p:cNvPr>
          <p:cNvGrpSpPr/>
          <p:nvPr/>
        </p:nvGrpSpPr>
        <p:grpSpPr>
          <a:xfrm>
            <a:off x="10380779" y="2266268"/>
            <a:ext cx="1806617" cy="4568097"/>
            <a:chOff x="10260098" y="1830688"/>
            <a:chExt cx="1806617" cy="4568097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1E3FF03B-B501-2142-1053-DBCA992E6456}"/>
                </a:ext>
              </a:extLst>
            </p:cNvPr>
            <p:cNvSpPr/>
            <p:nvPr/>
          </p:nvSpPr>
          <p:spPr>
            <a:xfrm>
              <a:off x="10345356" y="1830688"/>
              <a:ext cx="1721359" cy="4568097"/>
            </a:xfrm>
            <a:prstGeom prst="roundRect">
              <a:avLst/>
            </a:prstGeom>
            <a:solidFill>
              <a:srgbClr val="2E7D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6F89FBA1-070C-51B3-5AD7-98A2BCE60838}"/>
                </a:ext>
              </a:extLst>
            </p:cNvPr>
            <p:cNvSpPr/>
            <p:nvPr/>
          </p:nvSpPr>
          <p:spPr>
            <a:xfrm>
              <a:off x="10345356" y="1967558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Accesibilidad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2" name="Imagen 21" descr="Braille - Iconos gratis de educación">
              <a:extLst>
                <a:ext uri="{FF2B5EF4-FFF2-40B4-BE49-F238E27FC236}">
                  <a16:creationId xmlns:a16="http://schemas.microsoft.com/office/drawing/2014/main" id="{1F39B878-8B02-5333-7962-382254F2F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41367" y="5206289"/>
              <a:ext cx="929335" cy="929335"/>
            </a:xfrm>
            <a:prstGeom prst="rect">
              <a:avLst/>
            </a:prstGeom>
          </p:spPr>
        </p:pic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EEC02D1D-6BE8-B79A-A55E-3A631ECEDCB3}"/>
                </a:ext>
              </a:extLst>
            </p:cNvPr>
            <p:cNvSpPr/>
            <p:nvPr/>
          </p:nvSpPr>
          <p:spPr>
            <a:xfrm>
              <a:off x="10302727" y="4797242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Braile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4" name="Imagen 23" descr="Translate Icon png images | PNGEgg">
              <a:extLst>
                <a:ext uri="{FF2B5EF4-FFF2-40B4-BE49-F238E27FC236}">
                  <a16:creationId xmlns:a16="http://schemas.microsoft.com/office/drawing/2014/main" id="{E76C1A1B-B5B0-75F3-525C-3C28EFF88C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661201" y="2616704"/>
              <a:ext cx="1004410" cy="1004410"/>
            </a:xfrm>
            <a:prstGeom prst="rect">
              <a:avLst/>
            </a:prstGeom>
          </p:spPr>
        </p:pic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DFFE2669-FCB9-D601-9706-0B4C0F8C54C7}"/>
                </a:ext>
              </a:extLst>
            </p:cNvPr>
            <p:cNvSpPr/>
            <p:nvPr/>
          </p:nvSpPr>
          <p:spPr>
            <a:xfrm>
              <a:off x="10260098" y="2336890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Traductor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6" name="Imagen 25" descr="Text To Speech icon - Free Download PNG &amp; SVG | Streamline">
              <a:extLst>
                <a:ext uri="{FF2B5EF4-FFF2-40B4-BE49-F238E27FC236}">
                  <a16:creationId xmlns:a16="http://schemas.microsoft.com/office/drawing/2014/main" id="{F84FD2B5-DCF6-6C5B-DB66-0BE8D62B8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41367" y="3866388"/>
              <a:ext cx="939016" cy="939016"/>
            </a:xfrm>
            <a:prstGeom prst="rect">
              <a:avLst/>
            </a:prstGeom>
          </p:spPr>
        </p:pic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261DFA79-AF41-296C-9105-B31159EBF711}"/>
                </a:ext>
              </a:extLst>
            </p:cNvPr>
            <p:cNvSpPr/>
            <p:nvPr/>
          </p:nvSpPr>
          <p:spPr>
            <a:xfrm>
              <a:off x="10302726" y="3559085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TTS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64" name="Imagen 63">
            <a:extLst>
              <a:ext uri="{FF2B5EF4-FFF2-40B4-BE49-F238E27FC236}">
                <a16:creationId xmlns:a16="http://schemas.microsoft.com/office/drawing/2014/main" id="{59529400-FDA9-1872-0E8D-FE64B2B150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6835" y="7931"/>
            <a:ext cx="815499" cy="883062"/>
          </a:xfrm>
          <a:prstGeom prst="rect">
            <a:avLst/>
          </a:prstGeom>
        </p:spPr>
      </p:pic>
      <p:sp>
        <p:nvSpPr>
          <p:cNvPr id="66" name="Rectángulo 65">
            <a:extLst>
              <a:ext uri="{FF2B5EF4-FFF2-40B4-BE49-F238E27FC236}">
                <a16:creationId xmlns:a16="http://schemas.microsoft.com/office/drawing/2014/main" id="{AD184DF3-CE80-FAAE-01D8-77E9E5CD7F89}"/>
              </a:ext>
            </a:extLst>
          </p:cNvPr>
          <p:cNvSpPr/>
          <p:nvPr/>
        </p:nvSpPr>
        <p:spPr>
          <a:xfrm>
            <a:off x="4103202" y="64741"/>
            <a:ext cx="34312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SERVITECA</a:t>
            </a:r>
            <a:endParaRPr lang="es-MX" sz="4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CCF0F2D-78CF-1211-4F2C-4808437C79DE}"/>
              </a:ext>
            </a:extLst>
          </p:cNvPr>
          <p:cNvSpPr/>
          <p:nvPr/>
        </p:nvSpPr>
        <p:spPr>
          <a:xfrm>
            <a:off x="252558" y="1392720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F226B50-9A08-0D9D-F31A-0860C857069A}"/>
              </a:ext>
            </a:extLst>
          </p:cNvPr>
          <p:cNvSpPr/>
          <p:nvPr/>
        </p:nvSpPr>
        <p:spPr>
          <a:xfrm>
            <a:off x="-451656" y="965152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Placa de carro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1C4F45D9-2E4A-4FAD-5F7B-61BC1DCE0595}"/>
              </a:ext>
            </a:extLst>
          </p:cNvPr>
          <p:cNvSpPr/>
          <p:nvPr/>
        </p:nvSpPr>
        <p:spPr>
          <a:xfrm>
            <a:off x="273933" y="2326461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0B175C0-76CA-7F2D-9011-9951952A5F77}"/>
              </a:ext>
            </a:extLst>
          </p:cNvPr>
          <p:cNvSpPr/>
          <p:nvPr/>
        </p:nvSpPr>
        <p:spPr>
          <a:xfrm>
            <a:off x="-451656" y="1887635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Identificacion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E7BC6899-430A-5876-BA3D-67E1E109F3A3}"/>
              </a:ext>
            </a:extLst>
          </p:cNvPr>
          <p:cNvSpPr/>
          <p:nvPr/>
        </p:nvSpPr>
        <p:spPr>
          <a:xfrm>
            <a:off x="202187" y="3427319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24E9E21B-0257-BDE5-CAE1-4A75EEF72C8F}"/>
              </a:ext>
            </a:extLst>
          </p:cNvPr>
          <p:cNvSpPr/>
          <p:nvPr/>
        </p:nvSpPr>
        <p:spPr>
          <a:xfrm>
            <a:off x="73002" y="2906160"/>
            <a:ext cx="309516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Fecha de servicio</a:t>
            </a:r>
            <a:endParaRPr lang="es-MX" sz="4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39252944-D55B-8104-3FEA-B3EB2DB92814}"/>
              </a:ext>
            </a:extLst>
          </p:cNvPr>
          <p:cNvSpPr/>
          <p:nvPr/>
        </p:nvSpPr>
        <p:spPr>
          <a:xfrm>
            <a:off x="252557" y="4491011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ED86044E-16FD-0416-0C15-C48A8B5F62E2}"/>
              </a:ext>
            </a:extLst>
          </p:cNvPr>
          <p:cNvSpPr/>
          <p:nvPr/>
        </p:nvSpPr>
        <p:spPr>
          <a:xfrm>
            <a:off x="-255168" y="3980666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Tipo del servicio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5" name="Imagen 64" descr="Save - Free ui icons">
            <a:extLst>
              <a:ext uri="{FF2B5EF4-FFF2-40B4-BE49-F238E27FC236}">
                <a16:creationId xmlns:a16="http://schemas.microsoft.com/office/drawing/2014/main" id="{8F76249F-3EA0-A6FB-8A8E-79848D6925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6262" y="5753716"/>
            <a:ext cx="705640" cy="705640"/>
          </a:xfrm>
          <a:prstGeom prst="rect">
            <a:avLst/>
          </a:prstGeom>
        </p:spPr>
      </p:pic>
      <p:sp>
        <p:nvSpPr>
          <p:cNvPr id="68" name="Rectángulo 67">
            <a:extLst>
              <a:ext uri="{FF2B5EF4-FFF2-40B4-BE49-F238E27FC236}">
                <a16:creationId xmlns:a16="http://schemas.microsoft.com/office/drawing/2014/main" id="{DF5EDA21-D287-F995-94A4-949CCF71DBB4}"/>
              </a:ext>
            </a:extLst>
          </p:cNvPr>
          <p:cNvSpPr/>
          <p:nvPr/>
        </p:nvSpPr>
        <p:spPr>
          <a:xfrm>
            <a:off x="7882125" y="5836206"/>
            <a:ext cx="150160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Guardar</a:t>
            </a:r>
          </a:p>
        </p:txBody>
      </p:sp>
      <p:pic>
        <p:nvPicPr>
          <p:cNvPr id="69" name="Imagen 68" descr="Return Icon Collection for Easy Customer Returns">
            <a:extLst>
              <a:ext uri="{FF2B5EF4-FFF2-40B4-BE49-F238E27FC236}">
                <a16:creationId xmlns:a16="http://schemas.microsoft.com/office/drawing/2014/main" id="{BCEEAE4A-9409-FA63-850B-CAF14D2EB56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63982" y="5641869"/>
            <a:ext cx="904999" cy="904999"/>
          </a:xfrm>
          <a:prstGeom prst="rect">
            <a:avLst/>
          </a:prstGeom>
        </p:spPr>
      </p:pic>
      <p:sp>
        <p:nvSpPr>
          <p:cNvPr id="71" name="Rectángulo 70">
            <a:extLst>
              <a:ext uri="{FF2B5EF4-FFF2-40B4-BE49-F238E27FC236}">
                <a16:creationId xmlns:a16="http://schemas.microsoft.com/office/drawing/2014/main" id="{0AA39F0D-ED66-88C8-579F-5EBC0EA7E7C3}"/>
              </a:ext>
            </a:extLst>
          </p:cNvPr>
          <p:cNvSpPr/>
          <p:nvPr/>
        </p:nvSpPr>
        <p:spPr>
          <a:xfrm>
            <a:off x="5420666" y="5874119"/>
            <a:ext cx="166689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Regresar</a:t>
            </a:r>
          </a:p>
        </p:txBody>
      </p:sp>
      <p:pic>
        <p:nvPicPr>
          <p:cNvPr id="3" name="Imagen 2" descr="Mouse Click Png - Mouse Pointer Transparent, Png Download -  1602x2400(#847945) - PngFind">
            <a:extLst>
              <a:ext uri="{FF2B5EF4-FFF2-40B4-BE49-F238E27FC236}">
                <a16:creationId xmlns:a16="http://schemas.microsoft.com/office/drawing/2014/main" id="{17521E77-E0BE-674D-F10B-160086DD5C0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39" b="91757" l="3571" r="92024">
                        <a14:foregroundMark x1="7381" y1="46764" x2="7381" y2="46764"/>
                        <a14:foregroundMark x1="4167" y1="64561" x2="4167" y2="64561"/>
                        <a14:foregroundMark x1="50595" y1="91757" x2="50595" y2="91757"/>
                        <a14:foregroundMark x1="47024" y1="90062" x2="49405" y2="90755"/>
                        <a14:foregroundMark x1="92024" y1="64176" x2="92024" y2="64176"/>
                        <a14:foregroundMark x1="4167" y1="5393" x2="4167" y2="5393"/>
                        <a14:foregroundMark x1="3571" y1="5239" x2="3571" y2="52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85140" y="4445183"/>
            <a:ext cx="660155" cy="1020097"/>
          </a:xfrm>
          <a:prstGeom prst="rect">
            <a:avLst/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E483505-364A-38D2-4743-DD2C6F121748}"/>
              </a:ext>
            </a:extLst>
          </p:cNvPr>
          <p:cNvSpPr/>
          <p:nvPr/>
        </p:nvSpPr>
        <p:spPr>
          <a:xfrm>
            <a:off x="5422675" y="1901131"/>
            <a:ext cx="3831772" cy="2334751"/>
          </a:xfrm>
          <a:prstGeom prst="roundRect">
            <a:avLst/>
          </a:prstGeom>
          <a:solidFill>
            <a:srgbClr val="5AC13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4428EF1-3409-80DC-6573-69525C11ECDA}"/>
              </a:ext>
            </a:extLst>
          </p:cNvPr>
          <p:cNvSpPr/>
          <p:nvPr/>
        </p:nvSpPr>
        <p:spPr>
          <a:xfrm>
            <a:off x="5540050" y="2056934"/>
            <a:ext cx="309516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MX" sz="20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Cambio de Aceite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DDA0BA0-E053-4161-231F-6AE8F96FFC77}"/>
              </a:ext>
            </a:extLst>
          </p:cNvPr>
          <p:cNvSpPr/>
          <p:nvPr/>
        </p:nvSpPr>
        <p:spPr>
          <a:xfrm>
            <a:off x="5540049" y="2485654"/>
            <a:ext cx="309516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MX" sz="20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Sincronizacion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B5F178E-EF23-C3A5-72EC-1719F934984A}"/>
              </a:ext>
            </a:extLst>
          </p:cNvPr>
          <p:cNvSpPr/>
          <p:nvPr/>
        </p:nvSpPr>
        <p:spPr>
          <a:xfrm>
            <a:off x="5494421" y="2936269"/>
            <a:ext cx="309516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MX" sz="20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Alineacion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4853E55-6318-6769-1BC5-B2BE1232AF10}"/>
              </a:ext>
            </a:extLst>
          </p:cNvPr>
          <p:cNvSpPr/>
          <p:nvPr/>
        </p:nvSpPr>
        <p:spPr>
          <a:xfrm>
            <a:off x="5451792" y="3336379"/>
            <a:ext cx="309516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MX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Lavado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05400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8D311-5A07-FD56-59B2-65257C178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071CEFB-97F8-9E66-7CCB-1D7292E956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5936" y="937316"/>
            <a:ext cx="10192214" cy="5729726"/>
          </a:xfrm>
          <a:prstGeom prst="rect">
            <a:avLst/>
          </a:prstGeom>
          <a:solidFill>
            <a:srgbClr val="2E7D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D2D3F4A1-EE9C-B1AB-A5C8-7BBA42A0A705}"/>
              </a:ext>
            </a:extLst>
          </p:cNvPr>
          <p:cNvGrpSpPr/>
          <p:nvPr/>
        </p:nvGrpSpPr>
        <p:grpSpPr>
          <a:xfrm>
            <a:off x="10380779" y="2266268"/>
            <a:ext cx="1806617" cy="4568097"/>
            <a:chOff x="10260098" y="1830688"/>
            <a:chExt cx="1806617" cy="4568097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14E25AC3-6FD7-A9DB-106F-CB9B8DD3F08D}"/>
                </a:ext>
              </a:extLst>
            </p:cNvPr>
            <p:cNvSpPr/>
            <p:nvPr/>
          </p:nvSpPr>
          <p:spPr>
            <a:xfrm>
              <a:off x="10345356" y="1830688"/>
              <a:ext cx="1721359" cy="4568097"/>
            </a:xfrm>
            <a:prstGeom prst="roundRect">
              <a:avLst/>
            </a:prstGeom>
            <a:solidFill>
              <a:srgbClr val="2E7D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7AEE52CB-99F9-D829-355B-C38AD03106F1}"/>
                </a:ext>
              </a:extLst>
            </p:cNvPr>
            <p:cNvSpPr/>
            <p:nvPr/>
          </p:nvSpPr>
          <p:spPr>
            <a:xfrm>
              <a:off x="10345356" y="1967558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Accesibilidad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2" name="Imagen 21" descr="Braille - Iconos gratis de educación">
              <a:extLst>
                <a:ext uri="{FF2B5EF4-FFF2-40B4-BE49-F238E27FC236}">
                  <a16:creationId xmlns:a16="http://schemas.microsoft.com/office/drawing/2014/main" id="{A5A397FB-CED6-26FD-B5BE-D85079AD0F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41367" y="5206289"/>
              <a:ext cx="929335" cy="929335"/>
            </a:xfrm>
            <a:prstGeom prst="rect">
              <a:avLst/>
            </a:prstGeom>
          </p:spPr>
        </p:pic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816937EE-4AB2-BB9C-64EB-9AA6E6623299}"/>
                </a:ext>
              </a:extLst>
            </p:cNvPr>
            <p:cNvSpPr/>
            <p:nvPr/>
          </p:nvSpPr>
          <p:spPr>
            <a:xfrm>
              <a:off x="10302727" y="4797242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Braile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4" name="Imagen 23" descr="Translate Icon png images | PNGEgg">
              <a:extLst>
                <a:ext uri="{FF2B5EF4-FFF2-40B4-BE49-F238E27FC236}">
                  <a16:creationId xmlns:a16="http://schemas.microsoft.com/office/drawing/2014/main" id="{BE3FD9D2-175F-6442-91E7-9935111E91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661201" y="2616704"/>
              <a:ext cx="1004410" cy="1004410"/>
            </a:xfrm>
            <a:prstGeom prst="rect">
              <a:avLst/>
            </a:prstGeom>
          </p:spPr>
        </p:pic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38333C1E-264F-93AB-7389-4AE2E9659FC6}"/>
                </a:ext>
              </a:extLst>
            </p:cNvPr>
            <p:cNvSpPr/>
            <p:nvPr/>
          </p:nvSpPr>
          <p:spPr>
            <a:xfrm>
              <a:off x="10260098" y="2336890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Traductor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6" name="Imagen 25" descr="Text To Speech icon - Free Download PNG &amp; SVG | Streamline">
              <a:extLst>
                <a:ext uri="{FF2B5EF4-FFF2-40B4-BE49-F238E27FC236}">
                  <a16:creationId xmlns:a16="http://schemas.microsoft.com/office/drawing/2014/main" id="{78574EE7-8999-D0DD-62D7-95D786F3B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41367" y="3866388"/>
              <a:ext cx="939016" cy="939016"/>
            </a:xfrm>
            <a:prstGeom prst="rect">
              <a:avLst/>
            </a:prstGeom>
          </p:spPr>
        </p:pic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1215C525-E43B-ADE3-7F85-B0378D2B07DC}"/>
                </a:ext>
              </a:extLst>
            </p:cNvPr>
            <p:cNvSpPr/>
            <p:nvPr/>
          </p:nvSpPr>
          <p:spPr>
            <a:xfrm>
              <a:off x="10302726" y="3559085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TTS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64" name="Imagen 63">
            <a:extLst>
              <a:ext uri="{FF2B5EF4-FFF2-40B4-BE49-F238E27FC236}">
                <a16:creationId xmlns:a16="http://schemas.microsoft.com/office/drawing/2014/main" id="{494361B9-23F1-AE7D-C4A9-1006798338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6835" y="7931"/>
            <a:ext cx="815499" cy="883062"/>
          </a:xfrm>
          <a:prstGeom prst="rect">
            <a:avLst/>
          </a:prstGeom>
        </p:spPr>
      </p:pic>
      <p:sp>
        <p:nvSpPr>
          <p:cNvPr id="66" name="Rectángulo 65">
            <a:extLst>
              <a:ext uri="{FF2B5EF4-FFF2-40B4-BE49-F238E27FC236}">
                <a16:creationId xmlns:a16="http://schemas.microsoft.com/office/drawing/2014/main" id="{CD541D1B-9741-9403-63ED-C04642DC8954}"/>
              </a:ext>
            </a:extLst>
          </p:cNvPr>
          <p:cNvSpPr/>
          <p:nvPr/>
        </p:nvSpPr>
        <p:spPr>
          <a:xfrm>
            <a:off x="4103202" y="64741"/>
            <a:ext cx="34312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SERVITECA</a:t>
            </a:r>
            <a:endParaRPr lang="es-MX" sz="4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B6BBECA-D632-2C97-B501-AE78AD9123C9}"/>
              </a:ext>
            </a:extLst>
          </p:cNvPr>
          <p:cNvSpPr/>
          <p:nvPr/>
        </p:nvSpPr>
        <p:spPr>
          <a:xfrm>
            <a:off x="252558" y="1392720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9BC7EF3-84D9-527B-A6B1-4FD3BAAC5D58}"/>
              </a:ext>
            </a:extLst>
          </p:cNvPr>
          <p:cNvSpPr/>
          <p:nvPr/>
        </p:nvSpPr>
        <p:spPr>
          <a:xfrm>
            <a:off x="-451656" y="965152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Placa de carro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0E394DA9-838B-731B-F4B7-FFA42C149B73}"/>
              </a:ext>
            </a:extLst>
          </p:cNvPr>
          <p:cNvSpPr/>
          <p:nvPr/>
        </p:nvSpPr>
        <p:spPr>
          <a:xfrm>
            <a:off x="273933" y="2326461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973F78C-C733-8387-C8CD-A23C63AFE15A}"/>
              </a:ext>
            </a:extLst>
          </p:cNvPr>
          <p:cNvSpPr/>
          <p:nvPr/>
        </p:nvSpPr>
        <p:spPr>
          <a:xfrm>
            <a:off x="-451656" y="1887635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Identificacion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0AD55D90-F92A-E296-FD1D-96B72B791AEC}"/>
              </a:ext>
            </a:extLst>
          </p:cNvPr>
          <p:cNvSpPr/>
          <p:nvPr/>
        </p:nvSpPr>
        <p:spPr>
          <a:xfrm>
            <a:off x="202187" y="3427319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9912AF90-4870-E2D3-DB51-90D323C5C5B6}"/>
              </a:ext>
            </a:extLst>
          </p:cNvPr>
          <p:cNvSpPr/>
          <p:nvPr/>
        </p:nvSpPr>
        <p:spPr>
          <a:xfrm>
            <a:off x="73002" y="2906160"/>
            <a:ext cx="309516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Fecha de servicio</a:t>
            </a:r>
            <a:endParaRPr lang="es-MX" sz="4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421CDFEF-F20D-8663-2F0B-7B549EB83EFE}"/>
              </a:ext>
            </a:extLst>
          </p:cNvPr>
          <p:cNvSpPr/>
          <p:nvPr/>
        </p:nvSpPr>
        <p:spPr>
          <a:xfrm>
            <a:off x="252557" y="4491011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6D177049-BF82-6EB5-6C00-205827C4010C}"/>
              </a:ext>
            </a:extLst>
          </p:cNvPr>
          <p:cNvSpPr/>
          <p:nvPr/>
        </p:nvSpPr>
        <p:spPr>
          <a:xfrm>
            <a:off x="-255168" y="3980666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Tipo del servicio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5" name="Imagen 64" descr="Save - Free ui icons">
            <a:extLst>
              <a:ext uri="{FF2B5EF4-FFF2-40B4-BE49-F238E27FC236}">
                <a16:creationId xmlns:a16="http://schemas.microsoft.com/office/drawing/2014/main" id="{73672389-0AF2-6314-5383-BB6C60E460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6262" y="5753716"/>
            <a:ext cx="705640" cy="705640"/>
          </a:xfrm>
          <a:prstGeom prst="rect">
            <a:avLst/>
          </a:prstGeom>
        </p:spPr>
      </p:pic>
      <p:sp>
        <p:nvSpPr>
          <p:cNvPr id="68" name="Rectángulo 67">
            <a:extLst>
              <a:ext uri="{FF2B5EF4-FFF2-40B4-BE49-F238E27FC236}">
                <a16:creationId xmlns:a16="http://schemas.microsoft.com/office/drawing/2014/main" id="{F6BEA644-9045-30DF-90C2-4260A77A390B}"/>
              </a:ext>
            </a:extLst>
          </p:cNvPr>
          <p:cNvSpPr/>
          <p:nvPr/>
        </p:nvSpPr>
        <p:spPr>
          <a:xfrm>
            <a:off x="7882125" y="5836206"/>
            <a:ext cx="150160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Guardar</a:t>
            </a:r>
          </a:p>
        </p:txBody>
      </p:sp>
      <p:pic>
        <p:nvPicPr>
          <p:cNvPr id="69" name="Imagen 68" descr="Return Icon Collection for Easy Customer Returns">
            <a:extLst>
              <a:ext uri="{FF2B5EF4-FFF2-40B4-BE49-F238E27FC236}">
                <a16:creationId xmlns:a16="http://schemas.microsoft.com/office/drawing/2014/main" id="{085ED144-8616-C6E5-5B8E-D4CEDE9FD4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63982" y="5641869"/>
            <a:ext cx="904999" cy="904999"/>
          </a:xfrm>
          <a:prstGeom prst="rect">
            <a:avLst/>
          </a:prstGeom>
        </p:spPr>
      </p:pic>
      <p:sp>
        <p:nvSpPr>
          <p:cNvPr id="71" name="Rectángulo 70">
            <a:extLst>
              <a:ext uri="{FF2B5EF4-FFF2-40B4-BE49-F238E27FC236}">
                <a16:creationId xmlns:a16="http://schemas.microsoft.com/office/drawing/2014/main" id="{B960622B-B23C-5B2C-B84E-6F1D6083358B}"/>
              </a:ext>
            </a:extLst>
          </p:cNvPr>
          <p:cNvSpPr/>
          <p:nvPr/>
        </p:nvSpPr>
        <p:spPr>
          <a:xfrm>
            <a:off x="5420666" y="5874119"/>
            <a:ext cx="166689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Regresar</a:t>
            </a:r>
          </a:p>
        </p:txBody>
      </p:sp>
      <p:pic>
        <p:nvPicPr>
          <p:cNvPr id="3" name="Imagen 2" descr="Mouse Click Png - Mouse Pointer Transparent, Png Download -  1602x2400(#847945) - PngFind">
            <a:extLst>
              <a:ext uri="{FF2B5EF4-FFF2-40B4-BE49-F238E27FC236}">
                <a16:creationId xmlns:a16="http://schemas.microsoft.com/office/drawing/2014/main" id="{B65ADEAA-0265-7A2C-9EE6-078372B5B2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39" b="91757" l="3571" r="92024">
                        <a14:foregroundMark x1="7381" y1="46764" x2="7381" y2="46764"/>
                        <a14:foregroundMark x1="4167" y1="64561" x2="4167" y2="64561"/>
                        <a14:foregroundMark x1="50595" y1="91757" x2="50595" y2="91757"/>
                        <a14:foregroundMark x1="47024" y1="90062" x2="49405" y2="90755"/>
                        <a14:foregroundMark x1="92024" y1="64176" x2="92024" y2="64176"/>
                        <a14:foregroundMark x1="4167" y1="5393" x2="4167" y2="5393"/>
                        <a14:foregroundMark x1="3571" y1="5239" x2="3571" y2="52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73810" y="5949307"/>
            <a:ext cx="660155" cy="1020097"/>
          </a:xfrm>
          <a:prstGeom prst="rect">
            <a:avLst/>
          </a:prstGeom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C51EA94D-1918-3C28-7BDD-07E5904965D2}"/>
              </a:ext>
            </a:extLst>
          </p:cNvPr>
          <p:cNvGrpSpPr/>
          <p:nvPr/>
        </p:nvGrpSpPr>
        <p:grpSpPr>
          <a:xfrm>
            <a:off x="3286063" y="2046093"/>
            <a:ext cx="4940153" cy="2965436"/>
            <a:chOff x="3286063" y="2046093"/>
            <a:chExt cx="4940153" cy="2965436"/>
          </a:xfrm>
        </p:grpSpPr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B75CCBBE-245B-0FEB-D59E-99C8A2EF415E}"/>
                </a:ext>
              </a:extLst>
            </p:cNvPr>
            <p:cNvSpPr/>
            <p:nvPr/>
          </p:nvSpPr>
          <p:spPr>
            <a:xfrm>
              <a:off x="3286063" y="2046093"/>
              <a:ext cx="4940153" cy="2965436"/>
            </a:xfrm>
            <a:prstGeom prst="roundRect">
              <a:avLst/>
            </a:prstGeom>
            <a:solidFill>
              <a:srgbClr val="5AC1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5C629C6C-0832-7E8A-556C-7138FFA13702}"/>
                </a:ext>
              </a:extLst>
            </p:cNvPr>
            <p:cNvSpPr/>
            <p:nvPr/>
          </p:nvSpPr>
          <p:spPr>
            <a:xfrm>
              <a:off x="4330158" y="2371944"/>
              <a:ext cx="285196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sz="44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¡Error</a:t>
              </a:r>
              <a:r>
                <a:rPr lang="es-MX" sz="36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!</a:t>
              </a:r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314DE21D-173E-6130-7BC4-54E58EC4FF09}"/>
                </a:ext>
              </a:extLst>
            </p:cNvPr>
            <p:cNvSpPr/>
            <p:nvPr/>
          </p:nvSpPr>
          <p:spPr>
            <a:xfrm>
              <a:off x="4115260" y="3162387"/>
              <a:ext cx="3407084" cy="138499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sz="28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No ha llenado ninguno de los espacios en blanco!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37784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46B20-9880-8130-6B63-C6B2625EB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1307C20-6472-CBDF-C8F2-EBFE90E7D2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5936" y="937316"/>
            <a:ext cx="10192214" cy="5729726"/>
          </a:xfrm>
          <a:prstGeom prst="rect">
            <a:avLst/>
          </a:prstGeom>
          <a:solidFill>
            <a:srgbClr val="2E7D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4E46BCAF-6E51-DF4F-20EB-095F18407EAE}"/>
              </a:ext>
            </a:extLst>
          </p:cNvPr>
          <p:cNvGrpSpPr/>
          <p:nvPr/>
        </p:nvGrpSpPr>
        <p:grpSpPr>
          <a:xfrm>
            <a:off x="10380779" y="2266268"/>
            <a:ext cx="1806617" cy="4568097"/>
            <a:chOff x="10260098" y="1830688"/>
            <a:chExt cx="1806617" cy="4568097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64226A42-A6F9-F7F0-C0E4-07E9868E5A5E}"/>
                </a:ext>
              </a:extLst>
            </p:cNvPr>
            <p:cNvSpPr/>
            <p:nvPr/>
          </p:nvSpPr>
          <p:spPr>
            <a:xfrm>
              <a:off x="10345356" y="1830688"/>
              <a:ext cx="1721359" cy="4568097"/>
            </a:xfrm>
            <a:prstGeom prst="roundRect">
              <a:avLst/>
            </a:prstGeom>
            <a:solidFill>
              <a:srgbClr val="2E7D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165D71FE-9339-E3DE-DE2E-C6A55EC04B4E}"/>
                </a:ext>
              </a:extLst>
            </p:cNvPr>
            <p:cNvSpPr/>
            <p:nvPr/>
          </p:nvSpPr>
          <p:spPr>
            <a:xfrm>
              <a:off x="10345356" y="1967558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Accesibilidad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2" name="Imagen 21" descr="Braille - Iconos gratis de educación">
              <a:extLst>
                <a:ext uri="{FF2B5EF4-FFF2-40B4-BE49-F238E27FC236}">
                  <a16:creationId xmlns:a16="http://schemas.microsoft.com/office/drawing/2014/main" id="{E65F937D-901B-5C77-ADBF-5E3B53882A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41367" y="5206289"/>
              <a:ext cx="929335" cy="929335"/>
            </a:xfrm>
            <a:prstGeom prst="rect">
              <a:avLst/>
            </a:prstGeom>
          </p:spPr>
        </p:pic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55D2D130-D954-240D-F7AA-60DE03E6226D}"/>
                </a:ext>
              </a:extLst>
            </p:cNvPr>
            <p:cNvSpPr/>
            <p:nvPr/>
          </p:nvSpPr>
          <p:spPr>
            <a:xfrm>
              <a:off x="10302727" y="4797242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Braile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4" name="Imagen 23" descr="Translate Icon png images | PNGEgg">
              <a:extLst>
                <a:ext uri="{FF2B5EF4-FFF2-40B4-BE49-F238E27FC236}">
                  <a16:creationId xmlns:a16="http://schemas.microsoft.com/office/drawing/2014/main" id="{10F22892-9E57-0239-06F2-4F11EEAAF2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661201" y="2616704"/>
              <a:ext cx="1004410" cy="1004410"/>
            </a:xfrm>
            <a:prstGeom prst="rect">
              <a:avLst/>
            </a:prstGeom>
          </p:spPr>
        </p:pic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50451D9B-879E-4CFD-0C50-BD96F1202C24}"/>
                </a:ext>
              </a:extLst>
            </p:cNvPr>
            <p:cNvSpPr/>
            <p:nvPr/>
          </p:nvSpPr>
          <p:spPr>
            <a:xfrm>
              <a:off x="10260098" y="2336890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Traductor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6" name="Imagen 25" descr="Text To Speech icon - Free Download PNG &amp; SVG | Streamline">
              <a:extLst>
                <a:ext uri="{FF2B5EF4-FFF2-40B4-BE49-F238E27FC236}">
                  <a16:creationId xmlns:a16="http://schemas.microsoft.com/office/drawing/2014/main" id="{F93029DA-548D-BFC0-BB3E-3B6CFA5ED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41367" y="3866388"/>
              <a:ext cx="939016" cy="939016"/>
            </a:xfrm>
            <a:prstGeom prst="rect">
              <a:avLst/>
            </a:prstGeom>
          </p:spPr>
        </p:pic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78FD8836-6D76-A995-00DA-02C4FB0A7844}"/>
                </a:ext>
              </a:extLst>
            </p:cNvPr>
            <p:cNvSpPr/>
            <p:nvPr/>
          </p:nvSpPr>
          <p:spPr>
            <a:xfrm>
              <a:off x="10302726" y="3559085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TTS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E815F050-A2A2-7ABD-60D5-A1499ABD09B8}"/>
              </a:ext>
            </a:extLst>
          </p:cNvPr>
          <p:cNvGrpSpPr/>
          <p:nvPr/>
        </p:nvGrpSpPr>
        <p:grpSpPr>
          <a:xfrm>
            <a:off x="724174" y="1935895"/>
            <a:ext cx="881496" cy="854132"/>
            <a:chOff x="1046730" y="2342249"/>
            <a:chExt cx="1136032" cy="1086752"/>
          </a:xfrm>
        </p:grpSpPr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A6410EBE-D45D-450D-7901-D482E13E43E1}"/>
                </a:ext>
              </a:extLst>
            </p:cNvPr>
            <p:cNvSpPr/>
            <p:nvPr/>
          </p:nvSpPr>
          <p:spPr>
            <a:xfrm>
              <a:off x="1046730" y="2342249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8" name="Imagen 7" descr="Client - Free people icons">
              <a:extLst>
                <a:ext uri="{FF2B5EF4-FFF2-40B4-BE49-F238E27FC236}">
                  <a16:creationId xmlns:a16="http://schemas.microsoft.com/office/drawing/2014/main" id="{B5538BA7-67BF-2828-5763-296D5D60D8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00849" y="2482350"/>
              <a:ext cx="827791" cy="827791"/>
            </a:xfrm>
            <a:prstGeom prst="rect">
              <a:avLst/>
            </a:prstGeom>
          </p:spPr>
        </p:pic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5E3C1EC7-EE80-CC01-2D05-2A0BDD023F3B}"/>
              </a:ext>
            </a:extLst>
          </p:cNvPr>
          <p:cNvGrpSpPr/>
          <p:nvPr/>
        </p:nvGrpSpPr>
        <p:grpSpPr>
          <a:xfrm>
            <a:off x="675256" y="3061943"/>
            <a:ext cx="979329" cy="991957"/>
            <a:chOff x="983688" y="3632390"/>
            <a:chExt cx="1262114" cy="1262114"/>
          </a:xfrm>
        </p:grpSpPr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B13592EF-8253-C0A5-2725-6A4F2F6D32F1}"/>
                </a:ext>
              </a:extLst>
            </p:cNvPr>
            <p:cNvSpPr/>
            <p:nvPr/>
          </p:nvSpPr>
          <p:spPr>
            <a:xfrm>
              <a:off x="1046730" y="3697702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32" name="Imagen 31" descr="Free Vectors | car icon">
              <a:extLst>
                <a:ext uri="{FF2B5EF4-FFF2-40B4-BE49-F238E27FC236}">
                  <a16:creationId xmlns:a16="http://schemas.microsoft.com/office/drawing/2014/main" id="{A28B6578-2DD1-2837-EFC9-3B4F044983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983688" y="3632390"/>
              <a:ext cx="1262114" cy="1262114"/>
            </a:xfrm>
            <a:prstGeom prst="rect">
              <a:avLst/>
            </a:prstGeom>
          </p:spPr>
        </p:pic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D933330A-B649-2B82-CB31-692C4373C408}"/>
              </a:ext>
            </a:extLst>
          </p:cNvPr>
          <p:cNvGrpSpPr/>
          <p:nvPr/>
        </p:nvGrpSpPr>
        <p:grpSpPr>
          <a:xfrm>
            <a:off x="738298" y="4325816"/>
            <a:ext cx="881496" cy="854132"/>
            <a:chOff x="1046730" y="5144823"/>
            <a:chExt cx="1136032" cy="1086752"/>
          </a:xfrm>
        </p:grpSpPr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E7A25B50-E4CB-B3C1-DEC7-AB579D5EA77A}"/>
                </a:ext>
              </a:extLst>
            </p:cNvPr>
            <p:cNvSpPr/>
            <p:nvPr/>
          </p:nvSpPr>
          <p:spPr>
            <a:xfrm>
              <a:off x="1046730" y="5144823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33" name="Imagen 32" descr="Services - Free industry icons">
              <a:extLst>
                <a:ext uri="{FF2B5EF4-FFF2-40B4-BE49-F238E27FC236}">
                  <a16:creationId xmlns:a16="http://schemas.microsoft.com/office/drawing/2014/main" id="{6953B2FF-3219-DD3E-0628-E04F38B9D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00850" y="5285375"/>
              <a:ext cx="850420" cy="850420"/>
            </a:xfrm>
            <a:prstGeom prst="rect">
              <a:avLst/>
            </a:prstGeom>
          </p:spPr>
        </p:pic>
      </p:grp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52B9EE38-3E35-52CB-59C9-6211518D1338}"/>
              </a:ext>
            </a:extLst>
          </p:cNvPr>
          <p:cNvSpPr/>
          <p:nvPr/>
        </p:nvSpPr>
        <p:spPr>
          <a:xfrm>
            <a:off x="4173783" y="5760377"/>
            <a:ext cx="1068260" cy="870420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3" name="Imagen 42" descr="Help - Free interface icons">
            <a:extLst>
              <a:ext uri="{FF2B5EF4-FFF2-40B4-BE49-F238E27FC236}">
                <a16:creationId xmlns:a16="http://schemas.microsoft.com/office/drawing/2014/main" id="{8BEE37B8-2A4A-6250-AB25-739FD71132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7077" y="5844751"/>
            <a:ext cx="701672" cy="701672"/>
          </a:xfrm>
          <a:prstGeom prst="rect">
            <a:avLst/>
          </a:prstGeom>
        </p:spPr>
      </p:pic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A588361E-62AA-7B12-3820-7A95C8D4B593}"/>
              </a:ext>
            </a:extLst>
          </p:cNvPr>
          <p:cNvSpPr/>
          <p:nvPr/>
        </p:nvSpPr>
        <p:spPr>
          <a:xfrm>
            <a:off x="5284672" y="5760377"/>
            <a:ext cx="1068260" cy="870420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2" name="Imagen 51" descr="Exit - Free signs icons">
            <a:extLst>
              <a:ext uri="{FF2B5EF4-FFF2-40B4-BE49-F238E27FC236}">
                <a16:creationId xmlns:a16="http://schemas.microsoft.com/office/drawing/2014/main" id="{55241DC6-1BA4-8641-3DB2-C9774A788C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63882" y="5891170"/>
            <a:ext cx="619144" cy="619144"/>
          </a:xfrm>
          <a:prstGeom prst="rect">
            <a:avLst/>
          </a:prstGeom>
        </p:spPr>
      </p:pic>
      <p:sp>
        <p:nvSpPr>
          <p:cNvPr id="54" name="Rectángulo 53">
            <a:extLst>
              <a:ext uri="{FF2B5EF4-FFF2-40B4-BE49-F238E27FC236}">
                <a16:creationId xmlns:a16="http://schemas.microsoft.com/office/drawing/2014/main" id="{A67954E2-8D27-2075-8EDB-E30DC3313B62}"/>
              </a:ext>
            </a:extLst>
          </p:cNvPr>
          <p:cNvSpPr/>
          <p:nvPr/>
        </p:nvSpPr>
        <p:spPr>
          <a:xfrm>
            <a:off x="2060116" y="2026852"/>
            <a:ext cx="164146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Cliente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A727F8AD-FF79-671D-332C-F7E2A68F3303}"/>
              </a:ext>
            </a:extLst>
          </p:cNvPr>
          <p:cNvSpPr/>
          <p:nvPr/>
        </p:nvSpPr>
        <p:spPr>
          <a:xfrm>
            <a:off x="2446262" y="5863122"/>
            <a:ext cx="1484341" cy="6649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Ayuda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89F3D84D-6487-50A1-2828-3CB7592C4F2F}"/>
              </a:ext>
            </a:extLst>
          </p:cNvPr>
          <p:cNvSpPr/>
          <p:nvPr/>
        </p:nvSpPr>
        <p:spPr>
          <a:xfrm>
            <a:off x="1869367" y="4418688"/>
            <a:ext cx="2022967" cy="6683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Servicios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A281D71A-FB74-ED53-03B9-6ACE0F9D52A4}"/>
              </a:ext>
            </a:extLst>
          </p:cNvPr>
          <p:cNvSpPr/>
          <p:nvPr/>
        </p:nvSpPr>
        <p:spPr>
          <a:xfrm>
            <a:off x="6748943" y="5844524"/>
            <a:ext cx="106826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Salir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ACB50C50-4DCC-C3F6-94A1-5664B1C5A3C2}"/>
              </a:ext>
            </a:extLst>
          </p:cNvPr>
          <p:cNvSpPr/>
          <p:nvPr/>
        </p:nvSpPr>
        <p:spPr>
          <a:xfrm>
            <a:off x="2179081" y="3234755"/>
            <a:ext cx="140353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Autos</a:t>
            </a:r>
          </a:p>
        </p:txBody>
      </p:sp>
      <p:pic>
        <p:nvPicPr>
          <p:cNvPr id="64" name="Imagen 63">
            <a:extLst>
              <a:ext uri="{FF2B5EF4-FFF2-40B4-BE49-F238E27FC236}">
                <a16:creationId xmlns:a16="http://schemas.microsoft.com/office/drawing/2014/main" id="{0092F649-69B8-A58F-7B31-65FDF18E1CD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76835" y="7931"/>
            <a:ext cx="815499" cy="883062"/>
          </a:xfrm>
          <a:prstGeom prst="rect">
            <a:avLst/>
          </a:prstGeom>
        </p:spPr>
      </p:pic>
      <p:sp>
        <p:nvSpPr>
          <p:cNvPr id="66" name="Rectángulo 65">
            <a:extLst>
              <a:ext uri="{FF2B5EF4-FFF2-40B4-BE49-F238E27FC236}">
                <a16:creationId xmlns:a16="http://schemas.microsoft.com/office/drawing/2014/main" id="{F9435A6F-8228-FBD8-4FF9-F88BC18E33F7}"/>
              </a:ext>
            </a:extLst>
          </p:cNvPr>
          <p:cNvSpPr/>
          <p:nvPr/>
        </p:nvSpPr>
        <p:spPr>
          <a:xfrm>
            <a:off x="4103202" y="64741"/>
            <a:ext cx="34312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SERVITECA</a:t>
            </a:r>
            <a:endParaRPr lang="es-MX" sz="4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A6352CF-6A73-8B20-15A7-4119333919FE}"/>
              </a:ext>
            </a:extLst>
          </p:cNvPr>
          <p:cNvSpPr/>
          <p:nvPr/>
        </p:nvSpPr>
        <p:spPr>
          <a:xfrm>
            <a:off x="4688905" y="2177412"/>
            <a:ext cx="3855174" cy="2258723"/>
          </a:xfrm>
          <a:prstGeom prst="roundRect">
            <a:avLst/>
          </a:prstGeom>
          <a:solidFill>
            <a:srgbClr val="5AC13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AF0FC8-9DEA-7D21-B123-873F1A2E943A}"/>
              </a:ext>
            </a:extLst>
          </p:cNvPr>
          <p:cNvSpPr/>
          <p:nvPr/>
        </p:nvSpPr>
        <p:spPr>
          <a:xfrm>
            <a:off x="5362294" y="2415612"/>
            <a:ext cx="1284024" cy="4652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Agregar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19F5A77-E84D-5DF9-3888-A54C5002D736}"/>
              </a:ext>
            </a:extLst>
          </p:cNvPr>
          <p:cNvSpPr/>
          <p:nvPr/>
        </p:nvSpPr>
        <p:spPr>
          <a:xfrm>
            <a:off x="5327503" y="2980620"/>
            <a:ext cx="158531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Consultar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2D26BB2-24BE-B94E-870B-23BAA3B1583B}"/>
              </a:ext>
            </a:extLst>
          </p:cNvPr>
          <p:cNvSpPr/>
          <p:nvPr/>
        </p:nvSpPr>
        <p:spPr>
          <a:xfrm>
            <a:off x="5242043" y="3540340"/>
            <a:ext cx="1284024" cy="4652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Listar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Imagen 1" descr="Mouse Click Png - Mouse Pointer Transparent, Png Download -  1602x2400(#847945) - PngFind">
            <a:extLst>
              <a:ext uri="{FF2B5EF4-FFF2-40B4-BE49-F238E27FC236}">
                <a16:creationId xmlns:a16="http://schemas.microsoft.com/office/drawing/2014/main" id="{16970E45-19C8-BBB4-07F6-C385D45DC79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5239" b="91757" l="3571" r="92024">
                        <a14:foregroundMark x1="7381" y1="46764" x2="7381" y2="46764"/>
                        <a14:foregroundMark x1="4167" y1="64561" x2="4167" y2="64561"/>
                        <a14:foregroundMark x1="50595" y1="91757" x2="50595" y2="91757"/>
                        <a14:foregroundMark x1="47024" y1="90062" x2="49405" y2="90755"/>
                        <a14:foregroundMark x1="92024" y1="64176" x2="92024" y2="64176"/>
                        <a14:foregroundMark x1="4167" y1="5393" x2="4167" y2="5393"/>
                        <a14:foregroundMark x1="3571" y1="5239" x2="3571" y2="52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96000" y="3171614"/>
            <a:ext cx="660155" cy="102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227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18B0D-9813-2796-327B-E2DBB6D0F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52C4083-618C-43CF-1992-B6D5297F91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5936" y="937316"/>
            <a:ext cx="10192214" cy="5729726"/>
          </a:xfrm>
          <a:prstGeom prst="rect">
            <a:avLst/>
          </a:prstGeom>
          <a:solidFill>
            <a:srgbClr val="2E7D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E044AD20-6827-E53E-72C7-CD1D3259C2F5}"/>
              </a:ext>
            </a:extLst>
          </p:cNvPr>
          <p:cNvGrpSpPr/>
          <p:nvPr/>
        </p:nvGrpSpPr>
        <p:grpSpPr>
          <a:xfrm>
            <a:off x="10380779" y="2266268"/>
            <a:ext cx="1806617" cy="4568097"/>
            <a:chOff x="10260098" y="1830688"/>
            <a:chExt cx="1806617" cy="4568097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F07A9FAD-ED97-0DB5-6E01-FDEBA6FE4111}"/>
                </a:ext>
              </a:extLst>
            </p:cNvPr>
            <p:cNvSpPr/>
            <p:nvPr/>
          </p:nvSpPr>
          <p:spPr>
            <a:xfrm>
              <a:off x="10345356" y="1830688"/>
              <a:ext cx="1721359" cy="4568097"/>
            </a:xfrm>
            <a:prstGeom prst="roundRect">
              <a:avLst/>
            </a:prstGeom>
            <a:solidFill>
              <a:srgbClr val="2E7D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18D6C144-F96A-E3D1-8D44-5D7F35BAF933}"/>
                </a:ext>
              </a:extLst>
            </p:cNvPr>
            <p:cNvSpPr/>
            <p:nvPr/>
          </p:nvSpPr>
          <p:spPr>
            <a:xfrm>
              <a:off x="10345356" y="1967558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Accesibilidad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2" name="Imagen 21" descr="Braille - Iconos gratis de educación">
              <a:extLst>
                <a:ext uri="{FF2B5EF4-FFF2-40B4-BE49-F238E27FC236}">
                  <a16:creationId xmlns:a16="http://schemas.microsoft.com/office/drawing/2014/main" id="{95452936-16E6-1562-B0CD-6C72A51FD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41367" y="5206289"/>
              <a:ext cx="929335" cy="929335"/>
            </a:xfrm>
            <a:prstGeom prst="rect">
              <a:avLst/>
            </a:prstGeom>
          </p:spPr>
        </p:pic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BBE1BF58-C6B2-FD01-F8C1-1DE09E86588C}"/>
                </a:ext>
              </a:extLst>
            </p:cNvPr>
            <p:cNvSpPr/>
            <p:nvPr/>
          </p:nvSpPr>
          <p:spPr>
            <a:xfrm>
              <a:off x="10302727" y="4797242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Braile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4" name="Imagen 23" descr="Translate Icon png images | PNGEgg">
              <a:extLst>
                <a:ext uri="{FF2B5EF4-FFF2-40B4-BE49-F238E27FC236}">
                  <a16:creationId xmlns:a16="http://schemas.microsoft.com/office/drawing/2014/main" id="{B4512ECB-D964-8365-8D4A-F1BC7FCF68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661201" y="2616704"/>
              <a:ext cx="1004410" cy="1004410"/>
            </a:xfrm>
            <a:prstGeom prst="rect">
              <a:avLst/>
            </a:prstGeom>
          </p:spPr>
        </p:pic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4BA4FFA6-7B03-79D9-ECE4-1D404027D7B0}"/>
                </a:ext>
              </a:extLst>
            </p:cNvPr>
            <p:cNvSpPr/>
            <p:nvPr/>
          </p:nvSpPr>
          <p:spPr>
            <a:xfrm>
              <a:off x="10260098" y="2336890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Traductor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6" name="Imagen 25" descr="Text To Speech icon - Free Download PNG &amp; SVG | Streamline">
              <a:extLst>
                <a:ext uri="{FF2B5EF4-FFF2-40B4-BE49-F238E27FC236}">
                  <a16:creationId xmlns:a16="http://schemas.microsoft.com/office/drawing/2014/main" id="{334C9015-41B7-B16F-7BA2-9FFDF01BF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41367" y="3866388"/>
              <a:ext cx="939016" cy="939016"/>
            </a:xfrm>
            <a:prstGeom prst="rect">
              <a:avLst/>
            </a:prstGeom>
          </p:spPr>
        </p:pic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0A7FB743-69CC-9601-6F9A-240B0FDABBD6}"/>
                </a:ext>
              </a:extLst>
            </p:cNvPr>
            <p:cNvSpPr/>
            <p:nvPr/>
          </p:nvSpPr>
          <p:spPr>
            <a:xfrm>
              <a:off x="10302726" y="3559085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TTS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64" name="Imagen 63">
            <a:extLst>
              <a:ext uri="{FF2B5EF4-FFF2-40B4-BE49-F238E27FC236}">
                <a16:creationId xmlns:a16="http://schemas.microsoft.com/office/drawing/2014/main" id="{914A9E73-F829-90B6-7368-B78572FE22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6835" y="7931"/>
            <a:ext cx="815499" cy="883062"/>
          </a:xfrm>
          <a:prstGeom prst="rect">
            <a:avLst/>
          </a:prstGeom>
        </p:spPr>
      </p:pic>
      <p:sp>
        <p:nvSpPr>
          <p:cNvPr id="66" name="Rectángulo 65">
            <a:extLst>
              <a:ext uri="{FF2B5EF4-FFF2-40B4-BE49-F238E27FC236}">
                <a16:creationId xmlns:a16="http://schemas.microsoft.com/office/drawing/2014/main" id="{C44520A8-A7EE-89C1-25EA-72B1A4D11540}"/>
              </a:ext>
            </a:extLst>
          </p:cNvPr>
          <p:cNvSpPr/>
          <p:nvPr/>
        </p:nvSpPr>
        <p:spPr>
          <a:xfrm>
            <a:off x="4103202" y="64741"/>
            <a:ext cx="34312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SERVITECA</a:t>
            </a:r>
            <a:endParaRPr lang="es-MX" sz="4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064D60AE-4AAF-CB22-F3E5-4F58D434B52F}"/>
              </a:ext>
            </a:extLst>
          </p:cNvPr>
          <p:cNvSpPr/>
          <p:nvPr/>
        </p:nvSpPr>
        <p:spPr>
          <a:xfrm>
            <a:off x="252558" y="1392720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C1E241E-277F-A1C8-E021-CDD780C8AB06}"/>
              </a:ext>
            </a:extLst>
          </p:cNvPr>
          <p:cNvSpPr/>
          <p:nvPr/>
        </p:nvSpPr>
        <p:spPr>
          <a:xfrm>
            <a:off x="-323547" y="1938237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Nombre 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7728A795-35E0-CE31-77B2-6171A9E555E0}"/>
              </a:ext>
            </a:extLst>
          </p:cNvPr>
          <p:cNvSpPr/>
          <p:nvPr/>
        </p:nvSpPr>
        <p:spPr>
          <a:xfrm>
            <a:off x="202186" y="2393681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AE11E99E-656E-CB75-904F-197CF0A4B10E}"/>
              </a:ext>
            </a:extLst>
          </p:cNvPr>
          <p:cNvSpPr/>
          <p:nvPr/>
        </p:nvSpPr>
        <p:spPr>
          <a:xfrm>
            <a:off x="-169506" y="2936476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Placa del carro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2990B741-59EC-8DF0-BDE9-3C76417B1D19}"/>
              </a:ext>
            </a:extLst>
          </p:cNvPr>
          <p:cNvSpPr/>
          <p:nvPr/>
        </p:nvSpPr>
        <p:spPr>
          <a:xfrm>
            <a:off x="202187" y="3427319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0A841733-8CBF-72DF-7479-028139F609A2}"/>
              </a:ext>
            </a:extLst>
          </p:cNvPr>
          <p:cNvSpPr/>
          <p:nvPr/>
        </p:nvSpPr>
        <p:spPr>
          <a:xfrm>
            <a:off x="114805" y="3932183"/>
            <a:ext cx="318147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Servicio prestado</a:t>
            </a:r>
            <a:endParaRPr lang="es-MX" sz="4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287DC736-CCD5-94C6-0998-010E445C50DD}"/>
              </a:ext>
            </a:extLst>
          </p:cNvPr>
          <p:cNvSpPr/>
          <p:nvPr/>
        </p:nvSpPr>
        <p:spPr>
          <a:xfrm>
            <a:off x="252557" y="4491011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7E7CEF86-2A72-7431-AD65-48C71B97E4CE}"/>
              </a:ext>
            </a:extLst>
          </p:cNvPr>
          <p:cNvSpPr/>
          <p:nvPr/>
        </p:nvSpPr>
        <p:spPr>
          <a:xfrm>
            <a:off x="-92654" y="5044720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Fecha del Servi</a:t>
            </a:r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cio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07B64F06-1B04-6330-428B-8F830F52A09B}"/>
              </a:ext>
            </a:extLst>
          </p:cNvPr>
          <p:cNvSpPr/>
          <p:nvPr/>
        </p:nvSpPr>
        <p:spPr>
          <a:xfrm>
            <a:off x="202187" y="5550765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dirty="0"/>
          </a:p>
        </p:txBody>
      </p:sp>
      <p:pic>
        <p:nvPicPr>
          <p:cNvPr id="69" name="Imagen 68" descr="Return Icon Collection for Easy Customer Returns">
            <a:extLst>
              <a:ext uri="{FF2B5EF4-FFF2-40B4-BE49-F238E27FC236}">
                <a16:creationId xmlns:a16="http://schemas.microsoft.com/office/drawing/2014/main" id="{B3E4E484-395A-4D1F-977C-A697CD0F8E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7718" y="5687033"/>
            <a:ext cx="904999" cy="904999"/>
          </a:xfrm>
          <a:prstGeom prst="rect">
            <a:avLst/>
          </a:prstGeom>
        </p:spPr>
      </p:pic>
      <p:sp>
        <p:nvSpPr>
          <p:cNvPr id="71" name="Rectángulo 70">
            <a:extLst>
              <a:ext uri="{FF2B5EF4-FFF2-40B4-BE49-F238E27FC236}">
                <a16:creationId xmlns:a16="http://schemas.microsoft.com/office/drawing/2014/main" id="{12B7341D-426E-B97C-E60D-395A5CCEA399}"/>
              </a:ext>
            </a:extLst>
          </p:cNvPr>
          <p:cNvSpPr/>
          <p:nvPr/>
        </p:nvSpPr>
        <p:spPr>
          <a:xfrm>
            <a:off x="7534402" y="5919283"/>
            <a:ext cx="166689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Regresar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776DDCD-B5D1-A283-1FD2-4F8B78E5EE7C}"/>
              </a:ext>
            </a:extLst>
          </p:cNvPr>
          <p:cNvSpPr/>
          <p:nvPr/>
        </p:nvSpPr>
        <p:spPr>
          <a:xfrm>
            <a:off x="-323548" y="962642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Identificacion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8A3CBA9-B3B2-6D8E-3C9B-9B54B96744FD}"/>
              </a:ext>
            </a:extLst>
          </p:cNvPr>
          <p:cNvSpPr/>
          <p:nvPr/>
        </p:nvSpPr>
        <p:spPr>
          <a:xfrm>
            <a:off x="5559015" y="1975355"/>
            <a:ext cx="3619827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Ingrese la identificación 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308318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BBFE9-021E-D684-7479-B0C59A473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C72F803-A426-2AAF-BD7C-DFAB8F138A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5936" y="937316"/>
            <a:ext cx="10192214" cy="5729726"/>
          </a:xfrm>
          <a:prstGeom prst="rect">
            <a:avLst/>
          </a:prstGeom>
          <a:solidFill>
            <a:srgbClr val="2E7D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C175F90B-E6FE-3658-2A11-D7646721B776}"/>
              </a:ext>
            </a:extLst>
          </p:cNvPr>
          <p:cNvGrpSpPr/>
          <p:nvPr/>
        </p:nvGrpSpPr>
        <p:grpSpPr>
          <a:xfrm>
            <a:off x="10380779" y="2266268"/>
            <a:ext cx="1806617" cy="4568097"/>
            <a:chOff x="10260098" y="1830688"/>
            <a:chExt cx="1806617" cy="4568097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918C493B-0B4F-D7DA-15E2-C0BF65B85EF9}"/>
                </a:ext>
              </a:extLst>
            </p:cNvPr>
            <p:cNvSpPr/>
            <p:nvPr/>
          </p:nvSpPr>
          <p:spPr>
            <a:xfrm>
              <a:off x="10345356" y="1830688"/>
              <a:ext cx="1721359" cy="4568097"/>
            </a:xfrm>
            <a:prstGeom prst="roundRect">
              <a:avLst/>
            </a:prstGeom>
            <a:solidFill>
              <a:srgbClr val="2E7D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47277582-5870-CF67-A2A1-A80BA92099CB}"/>
                </a:ext>
              </a:extLst>
            </p:cNvPr>
            <p:cNvSpPr/>
            <p:nvPr/>
          </p:nvSpPr>
          <p:spPr>
            <a:xfrm>
              <a:off x="10345356" y="1967558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Accesibilidad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2" name="Imagen 21" descr="Braille - Iconos gratis de educación">
              <a:extLst>
                <a:ext uri="{FF2B5EF4-FFF2-40B4-BE49-F238E27FC236}">
                  <a16:creationId xmlns:a16="http://schemas.microsoft.com/office/drawing/2014/main" id="{B27B2A93-8BA2-5907-9D70-8EFAE51D12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41367" y="5206289"/>
              <a:ext cx="929335" cy="929335"/>
            </a:xfrm>
            <a:prstGeom prst="rect">
              <a:avLst/>
            </a:prstGeom>
          </p:spPr>
        </p:pic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57C431A0-D10D-C2E8-AA3C-2E5221473345}"/>
                </a:ext>
              </a:extLst>
            </p:cNvPr>
            <p:cNvSpPr/>
            <p:nvPr/>
          </p:nvSpPr>
          <p:spPr>
            <a:xfrm>
              <a:off x="10302727" y="4797242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Braile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4" name="Imagen 23" descr="Translate Icon png images | PNGEgg">
              <a:extLst>
                <a:ext uri="{FF2B5EF4-FFF2-40B4-BE49-F238E27FC236}">
                  <a16:creationId xmlns:a16="http://schemas.microsoft.com/office/drawing/2014/main" id="{BAD52CB9-E409-491D-DE83-D4388726F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661201" y="2616704"/>
              <a:ext cx="1004410" cy="1004410"/>
            </a:xfrm>
            <a:prstGeom prst="rect">
              <a:avLst/>
            </a:prstGeom>
          </p:spPr>
        </p:pic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10693041-554D-C607-9AAF-2A3B8D46360D}"/>
                </a:ext>
              </a:extLst>
            </p:cNvPr>
            <p:cNvSpPr/>
            <p:nvPr/>
          </p:nvSpPr>
          <p:spPr>
            <a:xfrm>
              <a:off x="10260098" y="2336890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Traductor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6" name="Imagen 25" descr="Text To Speech icon - Free Download PNG &amp; SVG | Streamline">
              <a:extLst>
                <a:ext uri="{FF2B5EF4-FFF2-40B4-BE49-F238E27FC236}">
                  <a16:creationId xmlns:a16="http://schemas.microsoft.com/office/drawing/2014/main" id="{4FE60798-5564-C22F-4AD2-6FA1FDA9C4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41367" y="3866388"/>
              <a:ext cx="939016" cy="939016"/>
            </a:xfrm>
            <a:prstGeom prst="rect">
              <a:avLst/>
            </a:prstGeom>
          </p:spPr>
        </p:pic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171B14A0-ECE0-EE4D-EC95-DB7F281E2D05}"/>
                </a:ext>
              </a:extLst>
            </p:cNvPr>
            <p:cNvSpPr/>
            <p:nvPr/>
          </p:nvSpPr>
          <p:spPr>
            <a:xfrm>
              <a:off x="10302726" y="3559085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TTS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64" name="Imagen 63">
            <a:extLst>
              <a:ext uri="{FF2B5EF4-FFF2-40B4-BE49-F238E27FC236}">
                <a16:creationId xmlns:a16="http://schemas.microsoft.com/office/drawing/2014/main" id="{A9C2BAB8-4574-0B20-C240-DBC032D522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6835" y="7931"/>
            <a:ext cx="815499" cy="883062"/>
          </a:xfrm>
          <a:prstGeom prst="rect">
            <a:avLst/>
          </a:prstGeom>
        </p:spPr>
      </p:pic>
      <p:sp>
        <p:nvSpPr>
          <p:cNvPr id="66" name="Rectángulo 65">
            <a:extLst>
              <a:ext uri="{FF2B5EF4-FFF2-40B4-BE49-F238E27FC236}">
                <a16:creationId xmlns:a16="http://schemas.microsoft.com/office/drawing/2014/main" id="{14899AC2-92E8-FDB0-5589-678C8BED792A}"/>
              </a:ext>
            </a:extLst>
          </p:cNvPr>
          <p:cNvSpPr/>
          <p:nvPr/>
        </p:nvSpPr>
        <p:spPr>
          <a:xfrm>
            <a:off x="4103202" y="64741"/>
            <a:ext cx="34312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SERVITECA</a:t>
            </a:r>
            <a:endParaRPr lang="es-MX" sz="4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07A086AB-2D7E-58CA-60E9-C748565620DE}"/>
              </a:ext>
            </a:extLst>
          </p:cNvPr>
          <p:cNvSpPr/>
          <p:nvPr/>
        </p:nvSpPr>
        <p:spPr>
          <a:xfrm>
            <a:off x="252558" y="1392720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6D1BE40-08B5-EDA6-A7B5-3ABBCDAA9A1A}"/>
              </a:ext>
            </a:extLst>
          </p:cNvPr>
          <p:cNvSpPr/>
          <p:nvPr/>
        </p:nvSpPr>
        <p:spPr>
          <a:xfrm>
            <a:off x="-323547" y="1938237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Nombre 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44879114-6C43-2F98-19D6-A44460111839}"/>
              </a:ext>
            </a:extLst>
          </p:cNvPr>
          <p:cNvSpPr/>
          <p:nvPr/>
        </p:nvSpPr>
        <p:spPr>
          <a:xfrm>
            <a:off x="202187" y="2421870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7C4E6B11-087A-E77D-4F3D-15F9AD940C19}"/>
              </a:ext>
            </a:extLst>
          </p:cNvPr>
          <p:cNvSpPr/>
          <p:nvPr/>
        </p:nvSpPr>
        <p:spPr>
          <a:xfrm>
            <a:off x="-169506" y="2936476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Placa del carro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7A3E90E2-7E8E-30F1-9098-E2C2ED73BEC7}"/>
              </a:ext>
            </a:extLst>
          </p:cNvPr>
          <p:cNvSpPr/>
          <p:nvPr/>
        </p:nvSpPr>
        <p:spPr>
          <a:xfrm>
            <a:off x="202186" y="3466380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A42D4353-4763-C69C-5C40-9329058D2BB2}"/>
              </a:ext>
            </a:extLst>
          </p:cNvPr>
          <p:cNvSpPr/>
          <p:nvPr/>
        </p:nvSpPr>
        <p:spPr>
          <a:xfrm>
            <a:off x="114805" y="3932183"/>
            <a:ext cx="318147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Servicio prestado</a:t>
            </a:r>
            <a:endParaRPr lang="es-MX" sz="4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4A8FD3C9-1019-784E-A679-9B274C3495D3}"/>
              </a:ext>
            </a:extLst>
          </p:cNvPr>
          <p:cNvSpPr/>
          <p:nvPr/>
        </p:nvSpPr>
        <p:spPr>
          <a:xfrm>
            <a:off x="252557" y="4491011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4FA47865-6316-A58B-14EB-0906B1D925E0}"/>
              </a:ext>
            </a:extLst>
          </p:cNvPr>
          <p:cNvSpPr/>
          <p:nvPr/>
        </p:nvSpPr>
        <p:spPr>
          <a:xfrm>
            <a:off x="-92654" y="5044720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Fecha del Servi</a:t>
            </a:r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cio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99568EF3-4C74-DA3F-C63D-9485B6CB07FE}"/>
              </a:ext>
            </a:extLst>
          </p:cNvPr>
          <p:cNvSpPr/>
          <p:nvPr/>
        </p:nvSpPr>
        <p:spPr>
          <a:xfrm>
            <a:off x="174467" y="5505421"/>
            <a:ext cx="4620887" cy="570883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dirty="0"/>
          </a:p>
        </p:txBody>
      </p:sp>
      <p:pic>
        <p:nvPicPr>
          <p:cNvPr id="69" name="Imagen 68" descr="Return Icon Collection for Easy Customer Returns">
            <a:extLst>
              <a:ext uri="{FF2B5EF4-FFF2-40B4-BE49-F238E27FC236}">
                <a16:creationId xmlns:a16="http://schemas.microsoft.com/office/drawing/2014/main" id="{0FB0FFA3-26AA-74CE-1056-BC7A1848B1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7718" y="5677201"/>
            <a:ext cx="904999" cy="904999"/>
          </a:xfrm>
          <a:prstGeom prst="rect">
            <a:avLst/>
          </a:prstGeom>
        </p:spPr>
      </p:pic>
      <p:sp>
        <p:nvSpPr>
          <p:cNvPr id="71" name="Rectángulo 70">
            <a:extLst>
              <a:ext uri="{FF2B5EF4-FFF2-40B4-BE49-F238E27FC236}">
                <a16:creationId xmlns:a16="http://schemas.microsoft.com/office/drawing/2014/main" id="{1B96CCC5-4AB8-7FB3-A14D-5B9722733EF6}"/>
              </a:ext>
            </a:extLst>
          </p:cNvPr>
          <p:cNvSpPr/>
          <p:nvPr/>
        </p:nvSpPr>
        <p:spPr>
          <a:xfrm>
            <a:off x="7534402" y="5909451"/>
            <a:ext cx="166689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Regresar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C9B6289-CAC8-27A5-19A2-6A8B526D21DB}"/>
              </a:ext>
            </a:extLst>
          </p:cNvPr>
          <p:cNvSpPr/>
          <p:nvPr/>
        </p:nvSpPr>
        <p:spPr>
          <a:xfrm>
            <a:off x="-323548" y="962642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Identificacion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A8496EF-C14F-8A2E-CDEF-1A964C9ABC03}"/>
              </a:ext>
            </a:extLst>
          </p:cNvPr>
          <p:cNvSpPr/>
          <p:nvPr/>
        </p:nvSpPr>
        <p:spPr>
          <a:xfrm>
            <a:off x="0" y="2436090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Tobey marshall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0CA012F-F796-0125-C807-2CCB81F1636B}"/>
              </a:ext>
            </a:extLst>
          </p:cNvPr>
          <p:cNvSpPr/>
          <p:nvPr/>
        </p:nvSpPr>
        <p:spPr>
          <a:xfrm>
            <a:off x="0" y="1438866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2800" dirty="0">
                <a:solidFill>
                  <a:schemeClr val="bg1"/>
                </a:solidFill>
              </a:rPr>
              <a:t>3459201063652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5C6D1AD-B8A9-4FFA-CBC3-AC130B5CF037}"/>
              </a:ext>
            </a:extLst>
          </p:cNvPr>
          <p:cNvSpPr/>
          <p:nvPr/>
        </p:nvSpPr>
        <p:spPr>
          <a:xfrm>
            <a:off x="261401" y="4465645"/>
            <a:ext cx="188756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Limpieza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E86A9A8-5A2C-F174-58AA-11AF602BE1D6}"/>
              </a:ext>
            </a:extLst>
          </p:cNvPr>
          <p:cNvSpPr/>
          <p:nvPr/>
        </p:nvSpPr>
        <p:spPr>
          <a:xfrm>
            <a:off x="-661641" y="5518360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9/11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9" name="Imagen 28" descr="BMW M3 GTR NEED FOR SPEED MOST WANTED #memories #nfs #flashback #nostalgia  #legend">
            <a:extLst>
              <a:ext uri="{FF2B5EF4-FFF2-40B4-BE49-F238E27FC236}">
                <a16:creationId xmlns:a16="http://schemas.microsoft.com/office/drawing/2014/main" id="{DF32B27F-73AE-72C0-35B9-581B8DD25E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7975" y="1446505"/>
            <a:ext cx="4914900" cy="3686175"/>
          </a:xfrm>
          <a:prstGeom prst="rect">
            <a:avLst/>
          </a:prstGeom>
        </p:spPr>
      </p:pic>
      <p:sp>
        <p:nvSpPr>
          <p:cNvPr id="32" name="Rectángulo 31">
            <a:extLst>
              <a:ext uri="{FF2B5EF4-FFF2-40B4-BE49-F238E27FC236}">
                <a16:creationId xmlns:a16="http://schemas.microsoft.com/office/drawing/2014/main" id="{B5E7E096-E32A-56A6-B042-DAA02E56869B}"/>
              </a:ext>
            </a:extLst>
          </p:cNvPr>
          <p:cNvSpPr/>
          <p:nvPr/>
        </p:nvSpPr>
        <p:spPr>
          <a:xfrm>
            <a:off x="-566507" y="3462302"/>
            <a:ext cx="36198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NFSMW</a:t>
            </a:r>
            <a:endParaRPr lang="es-MX" sz="2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786203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C6FB8-68A2-E223-C33A-03078B966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75FB34B-5946-DC54-0EBE-C904CDE777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5936" y="937316"/>
            <a:ext cx="10192214" cy="5729726"/>
          </a:xfrm>
          <a:prstGeom prst="rect">
            <a:avLst/>
          </a:prstGeom>
          <a:solidFill>
            <a:srgbClr val="2E7D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A99635CF-C898-90FA-E75C-73D50C9C0C49}"/>
              </a:ext>
            </a:extLst>
          </p:cNvPr>
          <p:cNvGrpSpPr/>
          <p:nvPr/>
        </p:nvGrpSpPr>
        <p:grpSpPr>
          <a:xfrm>
            <a:off x="10380779" y="2266268"/>
            <a:ext cx="1806617" cy="4568097"/>
            <a:chOff x="10260098" y="1830688"/>
            <a:chExt cx="1806617" cy="4568097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8BCE31EB-69E4-0E74-C863-D8EBB3C23AB6}"/>
                </a:ext>
              </a:extLst>
            </p:cNvPr>
            <p:cNvSpPr/>
            <p:nvPr/>
          </p:nvSpPr>
          <p:spPr>
            <a:xfrm>
              <a:off x="10345356" y="1830688"/>
              <a:ext cx="1721359" cy="4568097"/>
            </a:xfrm>
            <a:prstGeom prst="roundRect">
              <a:avLst/>
            </a:prstGeom>
            <a:solidFill>
              <a:srgbClr val="2E7D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289B2A0D-2480-7627-8DE6-7DF5E6AF93E0}"/>
                </a:ext>
              </a:extLst>
            </p:cNvPr>
            <p:cNvSpPr/>
            <p:nvPr/>
          </p:nvSpPr>
          <p:spPr>
            <a:xfrm>
              <a:off x="10345356" y="1967558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Accesibilidad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2" name="Imagen 21" descr="Braille - Iconos gratis de educación">
              <a:extLst>
                <a:ext uri="{FF2B5EF4-FFF2-40B4-BE49-F238E27FC236}">
                  <a16:creationId xmlns:a16="http://schemas.microsoft.com/office/drawing/2014/main" id="{55679EB4-9EF9-B9B3-96B4-CB8E4CE52C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41367" y="5206289"/>
              <a:ext cx="929335" cy="929335"/>
            </a:xfrm>
            <a:prstGeom prst="rect">
              <a:avLst/>
            </a:prstGeom>
          </p:spPr>
        </p:pic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CE5A892A-94F7-D0BE-8AD8-1F039F3A4D60}"/>
                </a:ext>
              </a:extLst>
            </p:cNvPr>
            <p:cNvSpPr/>
            <p:nvPr/>
          </p:nvSpPr>
          <p:spPr>
            <a:xfrm>
              <a:off x="10302727" y="4797242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Braile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4" name="Imagen 23" descr="Translate Icon png images | PNGEgg">
              <a:extLst>
                <a:ext uri="{FF2B5EF4-FFF2-40B4-BE49-F238E27FC236}">
                  <a16:creationId xmlns:a16="http://schemas.microsoft.com/office/drawing/2014/main" id="{9AA387A5-8065-8002-DAC2-8EA53EC83B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661201" y="2616704"/>
              <a:ext cx="1004410" cy="1004410"/>
            </a:xfrm>
            <a:prstGeom prst="rect">
              <a:avLst/>
            </a:prstGeom>
          </p:spPr>
        </p:pic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EF14C7B7-CFCC-10CE-029D-709B2127B07A}"/>
                </a:ext>
              </a:extLst>
            </p:cNvPr>
            <p:cNvSpPr/>
            <p:nvPr/>
          </p:nvSpPr>
          <p:spPr>
            <a:xfrm>
              <a:off x="10260098" y="2336890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Traductor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6" name="Imagen 25" descr="Text To Speech icon - Free Download PNG &amp; SVG | Streamline">
              <a:extLst>
                <a:ext uri="{FF2B5EF4-FFF2-40B4-BE49-F238E27FC236}">
                  <a16:creationId xmlns:a16="http://schemas.microsoft.com/office/drawing/2014/main" id="{EC2816B4-12C7-9605-F284-CA2D5A668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41367" y="3866388"/>
              <a:ext cx="939016" cy="939016"/>
            </a:xfrm>
            <a:prstGeom prst="rect">
              <a:avLst/>
            </a:prstGeom>
          </p:spPr>
        </p:pic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01844AAD-C038-46F9-E2EA-ECD253CFD520}"/>
                </a:ext>
              </a:extLst>
            </p:cNvPr>
            <p:cNvSpPr/>
            <p:nvPr/>
          </p:nvSpPr>
          <p:spPr>
            <a:xfrm>
              <a:off x="10302726" y="3559085"/>
              <a:ext cx="17213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TTS</a:t>
              </a:r>
              <a:endParaRPr lang="es-MX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10808149-11C2-AE23-F50F-A7CA76E608C3}"/>
              </a:ext>
            </a:extLst>
          </p:cNvPr>
          <p:cNvGrpSpPr/>
          <p:nvPr/>
        </p:nvGrpSpPr>
        <p:grpSpPr>
          <a:xfrm>
            <a:off x="724174" y="1935895"/>
            <a:ext cx="881496" cy="854132"/>
            <a:chOff x="1046730" y="2342249"/>
            <a:chExt cx="1136032" cy="1086752"/>
          </a:xfrm>
        </p:grpSpPr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1905C65C-CB00-88C5-DC23-BD743FAFAB28}"/>
                </a:ext>
              </a:extLst>
            </p:cNvPr>
            <p:cNvSpPr/>
            <p:nvPr/>
          </p:nvSpPr>
          <p:spPr>
            <a:xfrm>
              <a:off x="1046730" y="2342249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8" name="Imagen 7" descr="Client - Free people icons">
              <a:extLst>
                <a:ext uri="{FF2B5EF4-FFF2-40B4-BE49-F238E27FC236}">
                  <a16:creationId xmlns:a16="http://schemas.microsoft.com/office/drawing/2014/main" id="{7295CC30-40C7-7D59-CB62-0824907D6B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00849" y="2482350"/>
              <a:ext cx="827791" cy="827791"/>
            </a:xfrm>
            <a:prstGeom prst="rect">
              <a:avLst/>
            </a:prstGeom>
          </p:spPr>
        </p:pic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BEB86059-FBB8-B473-BB92-B8315DD64356}"/>
              </a:ext>
            </a:extLst>
          </p:cNvPr>
          <p:cNvGrpSpPr/>
          <p:nvPr/>
        </p:nvGrpSpPr>
        <p:grpSpPr>
          <a:xfrm>
            <a:off x="675256" y="3061943"/>
            <a:ext cx="979329" cy="991957"/>
            <a:chOff x="983688" y="3632390"/>
            <a:chExt cx="1262114" cy="1262114"/>
          </a:xfrm>
        </p:grpSpPr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0140BB50-4D08-E924-68DA-06997C279108}"/>
                </a:ext>
              </a:extLst>
            </p:cNvPr>
            <p:cNvSpPr/>
            <p:nvPr/>
          </p:nvSpPr>
          <p:spPr>
            <a:xfrm>
              <a:off x="1046730" y="3697702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32" name="Imagen 31" descr="Free Vectors | car icon">
              <a:extLst>
                <a:ext uri="{FF2B5EF4-FFF2-40B4-BE49-F238E27FC236}">
                  <a16:creationId xmlns:a16="http://schemas.microsoft.com/office/drawing/2014/main" id="{B4363FD2-63E9-EDA2-B6DE-E0E22B0E1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983688" y="3632390"/>
              <a:ext cx="1262114" cy="1262114"/>
            </a:xfrm>
            <a:prstGeom prst="rect">
              <a:avLst/>
            </a:prstGeom>
          </p:spPr>
        </p:pic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05C161D0-73BA-85ED-8A6E-0BFDDC3B050C}"/>
              </a:ext>
            </a:extLst>
          </p:cNvPr>
          <p:cNvGrpSpPr/>
          <p:nvPr/>
        </p:nvGrpSpPr>
        <p:grpSpPr>
          <a:xfrm>
            <a:off x="738298" y="4325816"/>
            <a:ext cx="881496" cy="854132"/>
            <a:chOff x="1046730" y="5144823"/>
            <a:chExt cx="1136032" cy="1086752"/>
          </a:xfrm>
        </p:grpSpPr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2A203169-C616-F257-38E5-D2D13AECDB65}"/>
                </a:ext>
              </a:extLst>
            </p:cNvPr>
            <p:cNvSpPr/>
            <p:nvPr/>
          </p:nvSpPr>
          <p:spPr>
            <a:xfrm>
              <a:off x="1046730" y="5144823"/>
              <a:ext cx="1136032" cy="1086752"/>
            </a:xfrm>
            <a:prstGeom prst="roundRect">
              <a:avLst/>
            </a:prstGeom>
            <a:solidFill>
              <a:srgbClr val="8B3A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33" name="Imagen 32" descr="Services - Free industry icons">
              <a:extLst>
                <a:ext uri="{FF2B5EF4-FFF2-40B4-BE49-F238E27FC236}">
                  <a16:creationId xmlns:a16="http://schemas.microsoft.com/office/drawing/2014/main" id="{0CB0EA08-E391-D032-AB52-7D3C8BFBF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00850" y="5285375"/>
              <a:ext cx="850420" cy="850420"/>
            </a:xfrm>
            <a:prstGeom prst="rect">
              <a:avLst/>
            </a:prstGeom>
          </p:spPr>
        </p:pic>
      </p:grp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E75639F7-CB45-A7A4-72AF-2D3B9A00BC59}"/>
              </a:ext>
            </a:extLst>
          </p:cNvPr>
          <p:cNvSpPr/>
          <p:nvPr/>
        </p:nvSpPr>
        <p:spPr>
          <a:xfrm>
            <a:off x="4173783" y="5760377"/>
            <a:ext cx="1068260" cy="870420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3" name="Imagen 42" descr="Help - Free interface icons">
            <a:extLst>
              <a:ext uri="{FF2B5EF4-FFF2-40B4-BE49-F238E27FC236}">
                <a16:creationId xmlns:a16="http://schemas.microsoft.com/office/drawing/2014/main" id="{F651D166-5E8F-AA6E-EC6C-F2135EBFFF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7077" y="5844751"/>
            <a:ext cx="701672" cy="701672"/>
          </a:xfrm>
          <a:prstGeom prst="rect">
            <a:avLst/>
          </a:prstGeom>
        </p:spPr>
      </p:pic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45688516-7534-3054-5B46-F61E2A0C6B76}"/>
              </a:ext>
            </a:extLst>
          </p:cNvPr>
          <p:cNvSpPr/>
          <p:nvPr/>
        </p:nvSpPr>
        <p:spPr>
          <a:xfrm>
            <a:off x="5284672" y="5760377"/>
            <a:ext cx="1068260" cy="870420"/>
          </a:xfrm>
          <a:prstGeom prst="roundRect">
            <a:avLst/>
          </a:prstGeom>
          <a:solidFill>
            <a:srgbClr val="8B3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2" name="Imagen 51" descr="Exit - Free signs icons">
            <a:extLst>
              <a:ext uri="{FF2B5EF4-FFF2-40B4-BE49-F238E27FC236}">
                <a16:creationId xmlns:a16="http://schemas.microsoft.com/office/drawing/2014/main" id="{1F9E98A3-1EA9-57F3-CE26-5C634E70CBF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63882" y="5891170"/>
            <a:ext cx="619144" cy="619144"/>
          </a:xfrm>
          <a:prstGeom prst="rect">
            <a:avLst/>
          </a:prstGeom>
        </p:spPr>
      </p:pic>
      <p:sp>
        <p:nvSpPr>
          <p:cNvPr id="54" name="Rectángulo 53">
            <a:extLst>
              <a:ext uri="{FF2B5EF4-FFF2-40B4-BE49-F238E27FC236}">
                <a16:creationId xmlns:a16="http://schemas.microsoft.com/office/drawing/2014/main" id="{59BBE6B7-7501-013D-F659-D1ABDC966AD1}"/>
              </a:ext>
            </a:extLst>
          </p:cNvPr>
          <p:cNvSpPr/>
          <p:nvPr/>
        </p:nvSpPr>
        <p:spPr>
          <a:xfrm>
            <a:off x="2060116" y="2026852"/>
            <a:ext cx="164146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Cliente</a:t>
            </a:r>
            <a:endParaRPr lang="es-MX" sz="3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72E9AA79-3B87-B9CF-CE6E-6263AA2A2115}"/>
              </a:ext>
            </a:extLst>
          </p:cNvPr>
          <p:cNvSpPr/>
          <p:nvPr/>
        </p:nvSpPr>
        <p:spPr>
          <a:xfrm>
            <a:off x="2446262" y="5863122"/>
            <a:ext cx="1484341" cy="6649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Ayuda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1551A5F1-057D-C1BF-1B1E-7B16B91B57AA}"/>
              </a:ext>
            </a:extLst>
          </p:cNvPr>
          <p:cNvSpPr/>
          <p:nvPr/>
        </p:nvSpPr>
        <p:spPr>
          <a:xfrm>
            <a:off x="1869367" y="4418688"/>
            <a:ext cx="2022967" cy="6683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Servicios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A12E1457-0860-50EE-D1EB-469E866248C3}"/>
              </a:ext>
            </a:extLst>
          </p:cNvPr>
          <p:cNvSpPr/>
          <p:nvPr/>
        </p:nvSpPr>
        <p:spPr>
          <a:xfrm>
            <a:off x="6748943" y="5844524"/>
            <a:ext cx="106826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Salir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AB47AE6C-BBB2-7F16-E031-E502FF70FE23}"/>
              </a:ext>
            </a:extLst>
          </p:cNvPr>
          <p:cNvSpPr/>
          <p:nvPr/>
        </p:nvSpPr>
        <p:spPr>
          <a:xfrm>
            <a:off x="2179081" y="3234755"/>
            <a:ext cx="140353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Autos</a:t>
            </a:r>
          </a:p>
        </p:txBody>
      </p:sp>
      <p:pic>
        <p:nvPicPr>
          <p:cNvPr id="64" name="Imagen 63">
            <a:extLst>
              <a:ext uri="{FF2B5EF4-FFF2-40B4-BE49-F238E27FC236}">
                <a16:creationId xmlns:a16="http://schemas.microsoft.com/office/drawing/2014/main" id="{0F42C9FF-F00B-5A4F-918F-86C37ED46C5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76835" y="7931"/>
            <a:ext cx="815499" cy="883062"/>
          </a:xfrm>
          <a:prstGeom prst="rect">
            <a:avLst/>
          </a:prstGeom>
        </p:spPr>
      </p:pic>
      <p:sp>
        <p:nvSpPr>
          <p:cNvPr id="66" name="Rectángulo 65">
            <a:extLst>
              <a:ext uri="{FF2B5EF4-FFF2-40B4-BE49-F238E27FC236}">
                <a16:creationId xmlns:a16="http://schemas.microsoft.com/office/drawing/2014/main" id="{967FDAF6-5ECE-168E-FDAA-4167FBC3BB09}"/>
              </a:ext>
            </a:extLst>
          </p:cNvPr>
          <p:cNvSpPr/>
          <p:nvPr/>
        </p:nvSpPr>
        <p:spPr>
          <a:xfrm>
            <a:off x="4103202" y="64741"/>
            <a:ext cx="34312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SERVITECA</a:t>
            </a:r>
            <a:endParaRPr lang="es-MX" sz="4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Imagen 1" descr="Mouse Click Png - Mouse Pointer Transparent, Png Download -  1602x2400(#847945) - PngFind">
            <a:extLst>
              <a:ext uri="{FF2B5EF4-FFF2-40B4-BE49-F238E27FC236}">
                <a16:creationId xmlns:a16="http://schemas.microsoft.com/office/drawing/2014/main" id="{8159B8E6-A3AB-6FA0-746E-4F114EBA72A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5239" b="91757" l="3571" r="92024">
                        <a14:foregroundMark x1="7381" y1="46764" x2="7381" y2="46764"/>
                        <a14:foregroundMark x1="4167" y1="64561" x2="4167" y2="64561"/>
                        <a14:foregroundMark x1="50595" y1="91757" x2="50595" y2="91757"/>
                        <a14:foregroundMark x1="47024" y1="90062" x2="49405" y2="90755"/>
                        <a14:foregroundMark x1="92024" y1="64176" x2="92024" y2="64176"/>
                        <a14:foregroundMark x1="4167" y1="5393" x2="4167" y2="5393"/>
                        <a14:foregroundMark x1="3571" y1="5239" x2="3571" y2="52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92038" y="5936485"/>
            <a:ext cx="660155" cy="1020097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35B16477-0809-62D9-C634-BB7B458AB099}"/>
              </a:ext>
            </a:extLst>
          </p:cNvPr>
          <p:cNvSpPr/>
          <p:nvPr/>
        </p:nvSpPr>
        <p:spPr>
          <a:xfrm>
            <a:off x="4416830" y="3049969"/>
            <a:ext cx="3855174" cy="2258723"/>
          </a:xfrm>
          <a:prstGeom prst="roundRect">
            <a:avLst/>
          </a:prstGeom>
          <a:solidFill>
            <a:srgbClr val="5AC13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10AAA3B-D8C5-D780-29D7-1C2CDC8A01FE}"/>
              </a:ext>
            </a:extLst>
          </p:cNvPr>
          <p:cNvSpPr/>
          <p:nvPr/>
        </p:nvSpPr>
        <p:spPr>
          <a:xfrm>
            <a:off x="5027134" y="3493132"/>
            <a:ext cx="2851962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0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Preguntas Frecuentes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953F82D-F708-9B85-C0AA-9A1A753FEA42}"/>
              </a:ext>
            </a:extLst>
          </p:cNvPr>
          <p:cNvSpPr/>
          <p:nvPr/>
        </p:nvSpPr>
        <p:spPr>
          <a:xfrm>
            <a:off x="4982469" y="4009923"/>
            <a:ext cx="2740926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Llamar un </a:t>
            </a:r>
            <a:r>
              <a:rPr lang="es-MX" sz="20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tecnico</a:t>
            </a:r>
            <a:endParaRPr lang="es-MX" sz="32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15B2636-6E9D-3262-04E1-9210097A710A}"/>
              </a:ext>
            </a:extLst>
          </p:cNvPr>
          <p:cNvSpPr/>
          <p:nvPr/>
        </p:nvSpPr>
        <p:spPr>
          <a:xfrm>
            <a:off x="4883824" y="4545755"/>
            <a:ext cx="2921185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Reportar un problema</a:t>
            </a:r>
            <a:endParaRPr lang="es-MX" sz="32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680735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1">
      <a:dk1>
        <a:srgbClr val="000000"/>
      </a:dk1>
      <a:lt1>
        <a:srgbClr val="F0F0F0"/>
      </a:lt1>
      <a:dk2>
        <a:srgbClr val="0E2841"/>
      </a:dk2>
      <a:lt2>
        <a:srgbClr val="F0F0F0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487</Words>
  <Application>Microsoft Office PowerPoint</Application>
  <PresentationFormat>Panorámica</PresentationFormat>
  <Paragraphs>346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DAVID  GOMEZ SAAVEDRA</dc:creator>
  <cp:lastModifiedBy>JOSE DAVID  GOMEZ SAAVEDRA</cp:lastModifiedBy>
  <cp:revision>4</cp:revision>
  <dcterms:created xsi:type="dcterms:W3CDTF">2026-10-01T11:21:37Z</dcterms:created>
  <dcterms:modified xsi:type="dcterms:W3CDTF">2026-10-02T19:02:15Z</dcterms:modified>
</cp:coreProperties>
</file>